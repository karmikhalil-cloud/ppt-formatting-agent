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3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1" r:id="rId1"/>
    <p:sldMasterId id="2147483648" r:id="rId2"/>
    <p:sldMasterId id="2147483846" r:id="rId3"/>
    <p:sldMasterId id="2147484232" r:id="rId4"/>
  </p:sldMasterIdLst>
  <p:notesMasterIdLst>
    <p:notesMasterId r:id="rId18"/>
  </p:notesMasterIdLst>
  <p:sldIdLst>
    <p:sldId id="277" r:id="rId5"/>
    <p:sldId id="267" r:id="rId6"/>
    <p:sldId id="2147483331" r:id="rId7"/>
    <p:sldId id="2147483332" r:id="rId8"/>
    <p:sldId id="2147483326" r:id="rId9"/>
    <p:sldId id="2147483337" r:id="rId10"/>
    <p:sldId id="2147473878" r:id="rId11"/>
    <p:sldId id="2147483333" r:id="rId12"/>
    <p:sldId id="2147483324" r:id="rId13"/>
    <p:sldId id="2147483341" r:id="rId14"/>
    <p:sldId id="261" r:id="rId15"/>
    <p:sldId id="2147483338" r:id="rId16"/>
    <p:sldId id="2147483342" r:id="rId1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2725C44C-2D52-425E-B685-4B7EE1A3A6A4}">
          <p14:sldIdLst>
            <p14:sldId id="277"/>
            <p14:sldId id="267"/>
            <p14:sldId id="2147483331"/>
            <p14:sldId id="2147483332"/>
            <p14:sldId id="2147483326"/>
            <p14:sldId id="2147483337"/>
            <p14:sldId id="2147473878"/>
            <p14:sldId id="2147483333"/>
            <p14:sldId id="2147483324"/>
            <p14:sldId id="2147483341"/>
            <p14:sldId id="261"/>
            <p14:sldId id="2147483338"/>
            <p14:sldId id="21474833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525" userDrawn="1">
          <p15:clr>
            <a:srgbClr val="A4A3A4"/>
          </p15:clr>
        </p15:guide>
        <p15:guide id="2" pos="3840">
          <p15:clr>
            <a:srgbClr val="A4A3A4"/>
          </p15:clr>
        </p15:guide>
        <p15:guide id="3" pos="3940" userDrawn="1">
          <p15:clr>
            <a:srgbClr val="A4A3A4"/>
          </p15:clr>
        </p15:guide>
        <p15:guide id="4" pos="4040" userDrawn="1">
          <p15:clr>
            <a:srgbClr val="A4A3A4"/>
          </p15:clr>
        </p15:guide>
        <p15:guide id="5" orient="horz" pos="290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F2B011B-E7D9-95C9-5DD1-D3006572798F}" name="Arnold TIENTCHEU" initials="AT" userId="S::arnold.tientcheu@apicil.com::b209e10a-7ad3-480d-903c-aef442072978" providerId="AD"/>
  <p188:author id="{9AD1CAD3-2F2E-40F7-6AE7-95D6533A0FE5}" name="Khalil KARMI" initials="KK" userId="S::Khalil.KARMI@ext.apicil.com::ab588024-1812-43ec-81fd-6294cc6d8845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ne-sophie PETIT" initials="AP" lastIdx="10" clrIdx="0"/>
  <p:cmAuthor id="2" name="Philippe GUILLOUX" initials="PG" lastIdx="4" clrIdx="1">
    <p:extLst>
      <p:ext uri="{19B8F6BF-5375-455C-9EA6-DF929625EA0E}">
        <p15:presenceInfo xmlns:p15="http://schemas.microsoft.com/office/powerpoint/2012/main" userId="S::Philippe.GUILLOUX@apicil.com::b96b1617-06f9-4eca-94bf-20c401ba224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7728"/>
    <a:srgbClr val="FF6699"/>
    <a:srgbClr val="F7F7F7"/>
    <a:srgbClr val="9A0000"/>
    <a:srgbClr val="F3A875"/>
    <a:srgbClr val="FFFFFF"/>
    <a:srgbClr val="F6FAF4"/>
    <a:srgbClr val="FDF3ED"/>
    <a:srgbClr val="F9FAFD"/>
    <a:srgbClr val="F0F3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2DE63D5-997A-4646-A377-4702673A728D}" styleName="Style léger 2 - Accentuation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2838BEF-8BB2-4498-84A7-C5851F593DF1}" styleName="Style moyen 4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Style à thème 1 - Accentuation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DA37D80-6434-44D0-A028-1B22A696006F}" styleName="Style léger 3 - Accentuation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Style moyen 3 - Accentuation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FD0F851-EC5A-4D38-B0AD-8093EC10F338}" styleName="Style léger 1 - Accentuation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DCAF9ED-07DC-4A11-8D7F-57B35C25682E}" styleName="Style moyen 1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67" autoAdjust="0"/>
    <p:restoredTop sz="86165" autoAdjust="0"/>
  </p:normalViewPr>
  <p:slideViewPr>
    <p:cSldViewPr snapToGrid="0" snapToObjects="1">
      <p:cViewPr varScale="1">
        <p:scale>
          <a:sx n="80" d="100"/>
          <a:sy n="80" d="100"/>
        </p:scale>
        <p:origin x="72" y="220"/>
      </p:cViewPr>
      <p:guideLst>
        <p:guide orient="horz" pos="1525"/>
        <p:guide pos="3840"/>
        <p:guide pos="3940"/>
        <p:guide pos="4040"/>
        <p:guide orient="horz" pos="29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Avancement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51B26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AF2B-4D6C-8C95-D671DB97767A}"/>
              </c:ext>
            </c:extLst>
          </c:dPt>
          <c:dPt>
            <c:idx val="1"/>
            <c:bubble3D val="0"/>
            <c:spPr>
              <a:solidFill>
                <a:srgbClr val="E7E9ED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AF2B-4D6C-8C95-D671DB97767A}"/>
              </c:ext>
            </c:extLst>
          </c:dPt>
          <c:cat>
            <c:strRef>
              <c:f>Sheet1!$A$2:$A$3</c:f>
              <c:strCache>
                <c:ptCount val="2"/>
                <c:pt idx="0">
                  <c:v>Réalisé</c:v>
                </c:pt>
                <c:pt idx="1">
                  <c:v>Restant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62</c:v>
                </c:pt>
                <c:pt idx="1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F2B-4D6C-8C95-D671DB9776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Avancement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050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C6CB-4894-B5A4-8B3C60331564}"/>
              </c:ext>
            </c:extLst>
          </c:dPt>
          <c:dPt>
            <c:idx val="1"/>
            <c:bubble3D val="0"/>
            <c:spPr>
              <a:solidFill>
                <a:srgbClr val="E7E9ED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C6CB-4894-B5A4-8B3C60331564}"/>
              </c:ext>
            </c:extLst>
          </c:dPt>
          <c:cat>
            <c:strRef>
              <c:f>Sheet1!$A$2:$A$3</c:f>
              <c:strCache>
                <c:ptCount val="2"/>
                <c:pt idx="0">
                  <c:v>Terminé</c:v>
                </c:pt>
                <c:pt idx="1">
                  <c:v>Restant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6CB-4894-B5A4-8B3C603315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Avancement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9B4F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2973-454C-A5E0-ABF6DC92CA01}"/>
              </c:ext>
            </c:extLst>
          </c:dPt>
          <c:dPt>
            <c:idx val="1"/>
            <c:bubble3D val="0"/>
            <c:spPr>
              <a:solidFill>
                <a:srgbClr val="E7E9ED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973-454C-A5E0-ABF6DC92CA01}"/>
              </c:ext>
            </c:extLst>
          </c:dPt>
          <c:cat>
            <c:strRef>
              <c:f>Sheet1!$A$2:$A$3</c:f>
              <c:strCache>
                <c:ptCount val="2"/>
                <c:pt idx="0">
                  <c:v>Terminé</c:v>
                </c:pt>
                <c:pt idx="1">
                  <c:v>Restant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973-454C-A5E0-ABF6DC92CA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B15B0E-EED1-FD47-B979-B0C7CC7E17A3}" type="datetimeFigureOut">
              <a:rPr lang="fr-FR" smtClean="0"/>
              <a:t>06/10/2026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C7956F-EBF4-5B43-940F-C6EBF9A07B1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8475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CAE44-F0D9-8A93-E143-F899D84D0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54D71B-61CE-8EE3-F08F-31B0895037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1A8637-6D83-B352-DA63-7D9BB2965B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E90E5-CC84-4D6E-3D50-4E320C7A43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747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1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2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2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6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6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8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6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9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6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40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6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6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6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jpe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6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6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6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6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6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6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2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5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2.png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9.pn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0.jpe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1.jpe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1.jpe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jpe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4.jpe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5.jpe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6.jpe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7.jpe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8.jpe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9.jpe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9.jpe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9.jpeg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9.jpe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9.jpe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9.jpe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9.jpe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50.jpe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hyperlink" Target="mailto:thierry.dauphin@apicil.com" TargetMode="External"/><Relationship Id="rId2" Type="http://schemas.openxmlformats.org/officeDocument/2006/relationships/image" Target="../media/image51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9.png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5.png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4.png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A picture containing sky, person, outdoor&#10;&#10;Description automatically generated">
            <a:extLst>
              <a:ext uri="{FF2B5EF4-FFF2-40B4-BE49-F238E27FC236}">
                <a16:creationId xmlns:a16="http://schemas.microsoft.com/office/drawing/2014/main" id="{82825659-E356-AF46-BAA0-050B6305A5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3398" y="0"/>
            <a:ext cx="5807674" cy="5807412"/>
          </a:xfrm>
          <a:prstGeom prst="rect">
            <a:avLst/>
          </a:prstGeom>
        </p:spPr>
      </p:pic>
      <p:pic>
        <p:nvPicPr>
          <p:cNvPr id="9" name="Imagen 289">
            <a:extLst>
              <a:ext uri="{FF2B5EF4-FFF2-40B4-BE49-F238E27FC236}">
                <a16:creationId xmlns:a16="http://schemas.microsoft.com/office/drawing/2014/main" id="{08F5EC8F-4675-CD44-B12C-8A22E15D34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36727" y="5525048"/>
            <a:ext cx="2492442" cy="1206970"/>
          </a:xfrm>
          <a:prstGeom prst="rect">
            <a:avLst/>
          </a:prstGeom>
        </p:spPr>
      </p:pic>
      <p:cxnSp>
        <p:nvCxnSpPr>
          <p:cNvPr id="15" name="Conector recto 118">
            <a:extLst>
              <a:ext uri="{FF2B5EF4-FFF2-40B4-BE49-F238E27FC236}">
                <a16:creationId xmlns:a16="http://schemas.microsoft.com/office/drawing/2014/main" id="{D26C6D76-B18C-174E-9CC9-1E5A0A3EBCE6}"/>
              </a:ext>
            </a:extLst>
          </p:cNvPr>
          <p:cNvCxnSpPr>
            <a:cxnSpLocks/>
          </p:cNvCxnSpPr>
          <p:nvPr userDrawn="1"/>
        </p:nvCxnSpPr>
        <p:spPr>
          <a:xfrm>
            <a:off x="1113865" y="6477964"/>
            <a:ext cx="0" cy="158400"/>
          </a:xfrm>
          <a:prstGeom prst="line">
            <a:avLst/>
          </a:prstGeom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Image 4">
            <a:extLst>
              <a:ext uri="{FF2B5EF4-FFF2-40B4-BE49-F238E27FC236}">
                <a16:creationId xmlns:a16="http://schemas.microsoft.com/office/drawing/2014/main" id="{32C811B4-2D6C-E44C-B35D-6DA841C3C64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31" name="Text Placeholder 23">
            <a:extLst>
              <a:ext uri="{FF2B5EF4-FFF2-40B4-BE49-F238E27FC236}">
                <a16:creationId xmlns:a16="http://schemas.microsoft.com/office/drawing/2014/main" id="{BC4B2CA7-E808-9449-9C5A-2CC4039C5F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70713" y="1834716"/>
            <a:ext cx="4812792" cy="1938992"/>
          </a:xfrm>
        </p:spPr>
        <p:txBody>
          <a:bodyPr wrap="square" anchor="t">
            <a:spAutoFit/>
          </a:bodyPr>
          <a:lstStyle>
            <a:lvl1pPr marL="7938" indent="-7938">
              <a:lnSpc>
                <a:spcPct val="100000"/>
              </a:lnSpc>
              <a:buNone/>
              <a:tabLst/>
              <a:defRPr lang="fr-FR" sz="4000" b="1" kern="1200" dirty="0">
                <a:solidFill>
                  <a:srgbClr val="E30613"/>
                </a:solidFill>
                <a:latin typeface="AvenirNext LT Pro Medium" panose="020B05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fr-FR" noProof="0" dirty="0"/>
              <a:t>CLIQUEZ ICI POUR AJOUTER LE TITRE DE LA PRÉSENTATION </a:t>
            </a:r>
          </a:p>
        </p:txBody>
      </p:sp>
      <p:sp>
        <p:nvSpPr>
          <p:cNvPr id="12" name="Marcador de pie de página 4">
            <a:extLst>
              <a:ext uri="{FF2B5EF4-FFF2-40B4-BE49-F238E27FC236}">
                <a16:creationId xmlns:a16="http://schemas.microsoft.com/office/drawing/2014/main" id="{545CC1C1-8231-4440-B5D8-E66B6D2074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86532" y="6346658"/>
            <a:ext cx="6706631" cy="365125"/>
          </a:xfrm>
          <a:prstGeom prst="rect">
            <a:avLst/>
          </a:prstGeom>
        </p:spPr>
        <p:txBody>
          <a:bodyPr anchor="ctr"/>
          <a:lstStyle>
            <a:lvl1pPr algn="l">
              <a:defRPr lang="en-GB" sz="900" b="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Niveau de confidentialité – Titre de la présentation</a:t>
            </a:r>
          </a:p>
        </p:txBody>
      </p:sp>
      <p:sp>
        <p:nvSpPr>
          <p:cNvPr id="14" name="Marcador de número de diapositiva 5">
            <a:extLst>
              <a:ext uri="{FF2B5EF4-FFF2-40B4-BE49-F238E27FC236}">
                <a16:creationId xmlns:a16="http://schemas.microsoft.com/office/drawing/2014/main" id="{D4239C5C-C98B-384C-B72A-FB6F74C6A0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9492" y="6346658"/>
            <a:ext cx="636447" cy="365125"/>
          </a:xfrm>
          <a:prstGeom prst="rect">
            <a:avLst/>
          </a:prstGeom>
        </p:spPr>
        <p:txBody>
          <a:bodyPr anchor="ctr"/>
          <a:lstStyle>
            <a:lvl1pPr algn="r">
              <a:defRPr lang="en-GB" sz="9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50B9D9B-824C-437E-B87C-640CB12706F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8" name="Marcador de fecha 3">
            <a:extLst>
              <a:ext uri="{FF2B5EF4-FFF2-40B4-BE49-F238E27FC236}">
                <a16:creationId xmlns:a16="http://schemas.microsoft.com/office/drawing/2014/main" id="{845810D1-2274-704A-BABF-B8331E45DC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70713" y="281021"/>
            <a:ext cx="2743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defRPr lang="en-GB" sz="1600" smtClean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fr-FR" sz="1600" noProof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68740F20-5202-6940-9CAB-E7E285FA83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70713" y="831868"/>
            <a:ext cx="5057775" cy="355600"/>
          </a:xfrm>
        </p:spPr>
        <p:txBody>
          <a:bodyPr/>
          <a:lstStyle>
            <a:lvl1pPr>
              <a:buNone/>
              <a:defRPr lang="en-GB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defRPr lang="en-GB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>
              <a:defRPr lang="en-GB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>
              <a:defRPr lang="en-GB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>
              <a:defRPr lang="fr-FR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fr-FR" noProof="0"/>
              <a:t>Cliquez ici pour ajouter le projet </a:t>
            </a:r>
          </a:p>
        </p:txBody>
      </p:sp>
    </p:spTree>
    <p:extLst>
      <p:ext uri="{BB962C8B-B14F-4D97-AF65-F5344CB8AC3E}">
        <p14:creationId xmlns:p14="http://schemas.microsoft.com/office/powerpoint/2010/main" val="1107961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D0451F13-A22C-9646-B08A-C6E1A42D38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3398" y="0"/>
            <a:ext cx="5807674" cy="5807412"/>
          </a:xfrm>
          <a:prstGeom prst="rect">
            <a:avLst/>
          </a:prstGeom>
        </p:spPr>
      </p:pic>
      <p:pic>
        <p:nvPicPr>
          <p:cNvPr id="9" name="Imagen 289">
            <a:extLst>
              <a:ext uri="{FF2B5EF4-FFF2-40B4-BE49-F238E27FC236}">
                <a16:creationId xmlns:a16="http://schemas.microsoft.com/office/drawing/2014/main" id="{08F5EC8F-4675-CD44-B12C-8A22E15D34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36727" y="5525048"/>
            <a:ext cx="2492442" cy="1206970"/>
          </a:xfrm>
          <a:prstGeom prst="rect">
            <a:avLst/>
          </a:prstGeom>
        </p:spPr>
      </p:pic>
      <p:sp>
        <p:nvSpPr>
          <p:cNvPr id="18" name="Marcador de fecha 3">
            <a:extLst>
              <a:ext uri="{FF2B5EF4-FFF2-40B4-BE49-F238E27FC236}">
                <a16:creationId xmlns:a16="http://schemas.microsoft.com/office/drawing/2014/main" id="{845810D1-2274-704A-BABF-B8331E45DC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70713" y="281021"/>
            <a:ext cx="2743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defRPr lang="en-GB" sz="1600" smtClean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fr-FR" sz="1600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68740F20-5202-6940-9CAB-E7E285FA83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70713" y="831868"/>
            <a:ext cx="5057775" cy="355600"/>
          </a:xfrm>
        </p:spPr>
        <p:txBody>
          <a:bodyPr/>
          <a:lstStyle>
            <a:lvl1pPr>
              <a:buNone/>
              <a:defRPr lang="en-GB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defRPr lang="en-GB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>
              <a:defRPr lang="en-GB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>
              <a:defRPr lang="en-GB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>
              <a:defRPr lang="fr-FR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fr-FR" noProof="0"/>
              <a:t>Cliquez ici pour ajouter le projet </a:t>
            </a:r>
          </a:p>
        </p:txBody>
      </p:sp>
      <p:pic>
        <p:nvPicPr>
          <p:cNvPr id="17" name="Image 75">
            <a:extLst>
              <a:ext uri="{FF2B5EF4-FFF2-40B4-BE49-F238E27FC236}">
                <a16:creationId xmlns:a16="http://schemas.microsoft.com/office/drawing/2014/main" id="{4E1797FC-AB8C-8C4D-956D-16A0326DD57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1998" cy="6857999"/>
          </a:xfrm>
          <a:prstGeom prst="rect">
            <a:avLst/>
          </a:prstGeom>
        </p:spPr>
      </p:pic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C669AEEC-C7F4-8D44-A1E9-D3E37BC678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70713" y="1834716"/>
            <a:ext cx="4812792" cy="1938992"/>
          </a:xfrm>
        </p:spPr>
        <p:txBody>
          <a:bodyPr wrap="square" anchor="t">
            <a:spAutoFit/>
          </a:bodyPr>
          <a:lstStyle>
            <a:lvl1pPr marL="7938" indent="-7938">
              <a:lnSpc>
                <a:spcPct val="100000"/>
              </a:lnSpc>
              <a:buNone/>
              <a:tabLst/>
              <a:defRPr lang="fr-FR" sz="4000" b="1" kern="1200" dirty="0">
                <a:solidFill>
                  <a:srgbClr val="E30613"/>
                </a:solidFill>
                <a:latin typeface="AvenirNext LT Pro Medium" panose="020B05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fr-FR" noProof="0" dirty="0"/>
              <a:t>CLIQUEZ ICI POUR AJOUTER LE TITRE DE LA PRÉSENTATION </a:t>
            </a:r>
          </a:p>
        </p:txBody>
      </p:sp>
      <p:cxnSp>
        <p:nvCxnSpPr>
          <p:cNvPr id="12" name="Conector recto 118">
            <a:extLst>
              <a:ext uri="{FF2B5EF4-FFF2-40B4-BE49-F238E27FC236}">
                <a16:creationId xmlns:a16="http://schemas.microsoft.com/office/drawing/2014/main" id="{EB3DCE85-0E90-BE4C-A41B-64DD2E6CCAC2}"/>
              </a:ext>
            </a:extLst>
          </p:cNvPr>
          <p:cNvCxnSpPr>
            <a:cxnSpLocks/>
          </p:cNvCxnSpPr>
          <p:nvPr userDrawn="1"/>
        </p:nvCxnSpPr>
        <p:spPr>
          <a:xfrm>
            <a:off x="1113865" y="6477964"/>
            <a:ext cx="0" cy="158400"/>
          </a:xfrm>
          <a:prstGeom prst="line">
            <a:avLst/>
          </a:prstGeom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1B81CDBF-AD92-7B42-954B-35DCD6BD36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9492" y="6346658"/>
            <a:ext cx="636447" cy="365125"/>
          </a:xfrm>
          <a:prstGeom prst="rect">
            <a:avLst/>
          </a:prstGeom>
        </p:spPr>
        <p:txBody>
          <a:bodyPr anchor="ctr"/>
          <a:lstStyle>
            <a:lvl1pPr algn="r">
              <a:defRPr lang="fr-FR" sz="900" b="0" kern="1200" cap="none" noProof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50B9D9B-824C-437E-B87C-640CB12706FF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5C5AF5AC-42BA-4164-8C83-992D7A8CC5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86532" y="6346658"/>
            <a:ext cx="6706631" cy="365125"/>
          </a:xfrm>
          <a:prstGeom prst="rect">
            <a:avLst/>
          </a:prstGeom>
        </p:spPr>
        <p:txBody>
          <a:bodyPr anchor="ctr"/>
          <a:lstStyle>
            <a:lvl1pPr algn="l">
              <a:defRPr lang="en-GB" sz="1050" b="1" kern="1200" cap="all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sz="900" b="0" cap="none" dirty="0"/>
              <a:t>Niveau de confidentialité – Titre de la présentation</a:t>
            </a:r>
          </a:p>
        </p:txBody>
      </p:sp>
    </p:spTree>
    <p:extLst>
      <p:ext uri="{BB962C8B-B14F-4D97-AF65-F5344CB8AC3E}">
        <p14:creationId xmlns:p14="http://schemas.microsoft.com/office/powerpoint/2010/main" val="748090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D0451F13-A22C-9646-B08A-C6E1A42D38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3398" y="0"/>
            <a:ext cx="5807674" cy="5807412"/>
          </a:xfrm>
          <a:prstGeom prst="rect">
            <a:avLst/>
          </a:prstGeom>
        </p:spPr>
      </p:pic>
      <p:pic>
        <p:nvPicPr>
          <p:cNvPr id="9" name="Imagen 289">
            <a:extLst>
              <a:ext uri="{FF2B5EF4-FFF2-40B4-BE49-F238E27FC236}">
                <a16:creationId xmlns:a16="http://schemas.microsoft.com/office/drawing/2014/main" id="{08F5EC8F-4675-CD44-B12C-8A22E15D34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36727" y="5525048"/>
            <a:ext cx="2492442" cy="1206970"/>
          </a:xfrm>
          <a:prstGeom prst="rect">
            <a:avLst/>
          </a:prstGeom>
        </p:spPr>
      </p:pic>
      <p:sp>
        <p:nvSpPr>
          <p:cNvPr id="18" name="Marcador de fecha 3">
            <a:extLst>
              <a:ext uri="{FF2B5EF4-FFF2-40B4-BE49-F238E27FC236}">
                <a16:creationId xmlns:a16="http://schemas.microsoft.com/office/drawing/2014/main" id="{845810D1-2274-704A-BABF-B8331E45DC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70713" y="281021"/>
            <a:ext cx="2743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defRPr lang="en-GB" sz="1600" smtClean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fr-FR" sz="1600" noProof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68740F20-5202-6940-9CAB-E7E285FA83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70713" y="831868"/>
            <a:ext cx="5057775" cy="355600"/>
          </a:xfrm>
        </p:spPr>
        <p:txBody>
          <a:bodyPr/>
          <a:lstStyle>
            <a:lvl1pPr>
              <a:buNone/>
              <a:defRPr lang="en-GB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defRPr lang="en-GB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>
              <a:defRPr lang="en-GB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>
              <a:defRPr lang="en-GB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>
              <a:defRPr lang="fr-FR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fr-FR" noProof="0"/>
              <a:t>Cliquez ici pour ajouter le projet </a:t>
            </a:r>
          </a:p>
        </p:txBody>
      </p:sp>
      <p:pic>
        <p:nvPicPr>
          <p:cNvPr id="12" name="Image 77">
            <a:extLst>
              <a:ext uri="{FF2B5EF4-FFF2-40B4-BE49-F238E27FC236}">
                <a16:creationId xmlns:a16="http://schemas.microsoft.com/office/drawing/2014/main" id="{6969923C-5C5B-4049-B0EC-40046922A47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1998" cy="6857998"/>
          </a:xfrm>
          <a:prstGeom prst="rect">
            <a:avLst/>
          </a:prstGeom>
        </p:spPr>
      </p:pic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3AB6C9FC-5E74-3349-BF4F-235FFE27AD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70713" y="1834716"/>
            <a:ext cx="4812792" cy="1938992"/>
          </a:xfrm>
        </p:spPr>
        <p:txBody>
          <a:bodyPr wrap="square" anchor="t">
            <a:spAutoFit/>
          </a:bodyPr>
          <a:lstStyle>
            <a:lvl1pPr marL="7938" indent="-7938">
              <a:lnSpc>
                <a:spcPct val="100000"/>
              </a:lnSpc>
              <a:buNone/>
              <a:tabLst/>
              <a:defRPr lang="fr-FR" sz="4000" b="1" kern="1200" dirty="0">
                <a:solidFill>
                  <a:srgbClr val="E30613"/>
                </a:solidFill>
                <a:latin typeface="AvenirNext LT Pro Medium" panose="020B05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fr-FR" noProof="0" dirty="0"/>
              <a:t>CLIQUEZ ICI POUR AJOUTER LE TITRE DE LA PRÉSENTATION </a:t>
            </a:r>
          </a:p>
        </p:txBody>
      </p:sp>
      <p:cxnSp>
        <p:nvCxnSpPr>
          <p:cNvPr id="17" name="Conector recto 118">
            <a:extLst>
              <a:ext uri="{FF2B5EF4-FFF2-40B4-BE49-F238E27FC236}">
                <a16:creationId xmlns:a16="http://schemas.microsoft.com/office/drawing/2014/main" id="{B23BDAAC-D949-0E46-8BE1-E777A5232F68}"/>
              </a:ext>
            </a:extLst>
          </p:cNvPr>
          <p:cNvCxnSpPr>
            <a:cxnSpLocks/>
          </p:cNvCxnSpPr>
          <p:nvPr userDrawn="1"/>
        </p:nvCxnSpPr>
        <p:spPr>
          <a:xfrm>
            <a:off x="1113865" y="6477964"/>
            <a:ext cx="0" cy="158400"/>
          </a:xfrm>
          <a:prstGeom prst="line">
            <a:avLst/>
          </a:prstGeom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DD0EEA9B-C316-574C-8B6B-92BCE71994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9492" y="6346658"/>
            <a:ext cx="636447" cy="365125"/>
          </a:xfrm>
          <a:prstGeom prst="rect">
            <a:avLst/>
          </a:prstGeom>
        </p:spPr>
        <p:txBody>
          <a:bodyPr anchor="ctr"/>
          <a:lstStyle>
            <a:lvl1pPr algn="r">
              <a:defRPr lang="en-GB" sz="9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50B9D9B-824C-437E-B87C-640CB12706FF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F7F413F6-2B86-4BB4-9397-B62B0DC81A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86532" y="6346658"/>
            <a:ext cx="6706631" cy="365125"/>
          </a:xfrm>
          <a:prstGeom prst="rect">
            <a:avLst/>
          </a:prstGeom>
        </p:spPr>
        <p:txBody>
          <a:bodyPr anchor="ctr"/>
          <a:lstStyle>
            <a:lvl1pPr algn="l">
              <a:defRPr lang="en-GB" sz="900" b="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Niveau de confidentialité – Titre de la présentation</a:t>
            </a:r>
          </a:p>
        </p:txBody>
      </p:sp>
    </p:spTree>
    <p:extLst>
      <p:ext uri="{BB962C8B-B14F-4D97-AF65-F5344CB8AC3E}">
        <p14:creationId xmlns:p14="http://schemas.microsoft.com/office/powerpoint/2010/main" val="2339544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D0451F13-A22C-9646-B08A-C6E1A42D38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3398" y="0"/>
            <a:ext cx="5807674" cy="5807412"/>
          </a:xfrm>
          <a:prstGeom prst="rect">
            <a:avLst/>
          </a:prstGeom>
        </p:spPr>
      </p:pic>
      <p:pic>
        <p:nvPicPr>
          <p:cNvPr id="9" name="Imagen 289">
            <a:extLst>
              <a:ext uri="{FF2B5EF4-FFF2-40B4-BE49-F238E27FC236}">
                <a16:creationId xmlns:a16="http://schemas.microsoft.com/office/drawing/2014/main" id="{08F5EC8F-4675-CD44-B12C-8A22E15D34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36727" y="5525048"/>
            <a:ext cx="2492442" cy="1206970"/>
          </a:xfrm>
          <a:prstGeom prst="rect">
            <a:avLst/>
          </a:prstGeom>
        </p:spPr>
      </p:pic>
      <p:pic>
        <p:nvPicPr>
          <p:cNvPr id="14" name="Image 46">
            <a:extLst>
              <a:ext uri="{FF2B5EF4-FFF2-40B4-BE49-F238E27FC236}">
                <a16:creationId xmlns:a16="http://schemas.microsoft.com/office/drawing/2014/main" id="{BE801826-BF01-6945-B8C8-90F90B1C217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" y="0"/>
            <a:ext cx="12191996" cy="6857998"/>
          </a:xfrm>
          <a:prstGeom prst="rect">
            <a:avLst/>
          </a:prstGeom>
        </p:spPr>
      </p:pic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68740F20-5202-6940-9CAB-E7E285FA83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70713" y="831868"/>
            <a:ext cx="5057775" cy="355600"/>
          </a:xfrm>
        </p:spPr>
        <p:txBody>
          <a:bodyPr/>
          <a:lstStyle>
            <a:lvl1pPr marL="15875" indent="-15875">
              <a:buNone/>
              <a:tabLst/>
              <a:defRPr lang="en-GB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defRPr lang="en-GB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>
              <a:defRPr lang="en-GB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>
              <a:defRPr lang="en-GB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>
              <a:defRPr lang="fr-FR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fr-FR" noProof="0" dirty="0"/>
              <a:t>Cliquez ici pour ajouter le projet </a:t>
            </a:r>
          </a:p>
        </p:txBody>
      </p:sp>
      <p:sp>
        <p:nvSpPr>
          <p:cNvPr id="18" name="Marcador de fecha 3">
            <a:extLst>
              <a:ext uri="{FF2B5EF4-FFF2-40B4-BE49-F238E27FC236}">
                <a16:creationId xmlns:a16="http://schemas.microsoft.com/office/drawing/2014/main" id="{845810D1-2274-704A-BABF-B8331E45DC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70713" y="281021"/>
            <a:ext cx="2743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defRPr lang="en-GB" sz="1600" smtClean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fr-FR" sz="1600" noProof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F1F00E8-8668-9946-B6C9-B2385273A2C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70713" y="1834716"/>
            <a:ext cx="4812792" cy="1938992"/>
          </a:xfrm>
        </p:spPr>
        <p:txBody>
          <a:bodyPr wrap="square" anchor="t">
            <a:spAutoFit/>
          </a:bodyPr>
          <a:lstStyle>
            <a:lvl1pPr marL="7938" indent="-7938">
              <a:lnSpc>
                <a:spcPct val="100000"/>
              </a:lnSpc>
              <a:buNone/>
              <a:tabLst/>
              <a:defRPr lang="fr-FR" sz="4000" b="1" kern="1200" dirty="0">
                <a:solidFill>
                  <a:srgbClr val="E30613"/>
                </a:solidFill>
                <a:latin typeface="AvenirNext LT Pro Medium" panose="020B05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fr-FR" noProof="0" dirty="0"/>
              <a:t>CLIQUEZ ICI POUR AJOUTER LE TITRE DE LA PRÉSENTATION </a:t>
            </a:r>
          </a:p>
        </p:txBody>
      </p:sp>
      <p:cxnSp>
        <p:nvCxnSpPr>
          <p:cNvPr id="12" name="Conector recto 118">
            <a:extLst>
              <a:ext uri="{FF2B5EF4-FFF2-40B4-BE49-F238E27FC236}">
                <a16:creationId xmlns:a16="http://schemas.microsoft.com/office/drawing/2014/main" id="{2BBDA75C-22E4-B549-B555-FC08981C3A2E}"/>
              </a:ext>
            </a:extLst>
          </p:cNvPr>
          <p:cNvCxnSpPr>
            <a:cxnSpLocks/>
          </p:cNvCxnSpPr>
          <p:nvPr userDrawn="1"/>
        </p:nvCxnSpPr>
        <p:spPr>
          <a:xfrm>
            <a:off x="1113865" y="6477964"/>
            <a:ext cx="0" cy="158400"/>
          </a:xfrm>
          <a:prstGeom prst="line">
            <a:avLst/>
          </a:prstGeom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Marcador de número de diapositiva 5">
            <a:extLst>
              <a:ext uri="{FF2B5EF4-FFF2-40B4-BE49-F238E27FC236}">
                <a16:creationId xmlns:a16="http://schemas.microsoft.com/office/drawing/2014/main" id="{89B4B2F6-E8B1-864E-BC99-BF8E6834B3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9492" y="6346658"/>
            <a:ext cx="636447" cy="365125"/>
          </a:xfrm>
          <a:prstGeom prst="rect">
            <a:avLst/>
          </a:prstGeom>
        </p:spPr>
        <p:txBody>
          <a:bodyPr anchor="ctr"/>
          <a:lstStyle>
            <a:lvl1pPr algn="r">
              <a:defRPr lang="en-GB" sz="9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50B9D9B-824C-437E-B87C-640CB12706FF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9FF9D66B-8CA1-4886-A7BB-4F07849AAA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86532" y="6346658"/>
            <a:ext cx="6706631" cy="365125"/>
          </a:xfrm>
          <a:prstGeom prst="rect">
            <a:avLst/>
          </a:prstGeom>
        </p:spPr>
        <p:txBody>
          <a:bodyPr anchor="ctr"/>
          <a:lstStyle>
            <a:lvl1pPr algn="l">
              <a:defRPr lang="en-GB" sz="900" b="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Niveau de confidentialité – Titre de la présentation</a:t>
            </a:r>
          </a:p>
        </p:txBody>
      </p:sp>
    </p:spTree>
    <p:extLst>
      <p:ext uri="{BB962C8B-B14F-4D97-AF65-F5344CB8AC3E}">
        <p14:creationId xmlns:p14="http://schemas.microsoft.com/office/powerpoint/2010/main" val="35022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uver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eau, ciel, extérieur, océan&#10;&#10;Description générée automatiquement">
            <a:extLst>
              <a:ext uri="{FF2B5EF4-FFF2-40B4-BE49-F238E27FC236}">
                <a16:creationId xmlns:a16="http://schemas.microsoft.com/office/drawing/2014/main" id="{0D1BE372-A333-4D0F-9C33-7AF73FFFF0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3399" y="0"/>
            <a:ext cx="5806800" cy="5798888"/>
          </a:xfrm>
          <a:prstGeom prst="rect">
            <a:avLst/>
          </a:prstGeom>
        </p:spPr>
      </p:pic>
      <p:pic>
        <p:nvPicPr>
          <p:cNvPr id="9" name="Imagen 289">
            <a:extLst>
              <a:ext uri="{FF2B5EF4-FFF2-40B4-BE49-F238E27FC236}">
                <a16:creationId xmlns:a16="http://schemas.microsoft.com/office/drawing/2014/main" id="{08F5EC8F-4675-CD44-B12C-8A22E15D34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36727" y="5525048"/>
            <a:ext cx="2492442" cy="1206970"/>
          </a:xfrm>
          <a:prstGeom prst="rect">
            <a:avLst/>
          </a:prstGeom>
        </p:spPr>
      </p:pic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68740F20-5202-6940-9CAB-E7E285FA83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70713" y="831868"/>
            <a:ext cx="5057775" cy="355600"/>
          </a:xfrm>
        </p:spPr>
        <p:txBody>
          <a:bodyPr/>
          <a:lstStyle>
            <a:lvl1pPr marL="15875" indent="-15875">
              <a:buNone/>
              <a:tabLst/>
              <a:defRPr lang="en-GB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defRPr lang="en-GB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>
              <a:defRPr lang="en-GB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>
              <a:defRPr lang="en-GB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>
              <a:defRPr lang="fr-FR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fr-FR" noProof="0" dirty="0"/>
              <a:t>Cliquez ici pour ajouter le projet </a:t>
            </a:r>
          </a:p>
        </p:txBody>
      </p:sp>
      <p:sp>
        <p:nvSpPr>
          <p:cNvPr id="18" name="Marcador de fecha 3">
            <a:extLst>
              <a:ext uri="{FF2B5EF4-FFF2-40B4-BE49-F238E27FC236}">
                <a16:creationId xmlns:a16="http://schemas.microsoft.com/office/drawing/2014/main" id="{845810D1-2274-704A-BABF-B8331E45DC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70713" y="281021"/>
            <a:ext cx="2743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defRPr lang="en-GB" sz="1600" smtClean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fr-FR" sz="1600" noProof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F1F00E8-8668-9946-B6C9-B2385273A2C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70713" y="1834716"/>
            <a:ext cx="4812792" cy="1938992"/>
          </a:xfrm>
        </p:spPr>
        <p:txBody>
          <a:bodyPr wrap="square" anchor="t">
            <a:spAutoFit/>
          </a:bodyPr>
          <a:lstStyle>
            <a:lvl1pPr marL="7938" indent="-7938">
              <a:lnSpc>
                <a:spcPct val="100000"/>
              </a:lnSpc>
              <a:buNone/>
              <a:tabLst/>
              <a:defRPr lang="fr-FR" sz="4000" b="1" kern="1200" dirty="0">
                <a:solidFill>
                  <a:srgbClr val="E30613"/>
                </a:solidFill>
                <a:latin typeface="AvenirNext LT Pro Medium" panose="020B05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fr-FR" noProof="0" dirty="0"/>
              <a:t>CLIQUEZ ICI POUR AJOUTER LE TITRE DE LA PRÉSENTATION </a:t>
            </a:r>
          </a:p>
        </p:txBody>
      </p:sp>
      <p:cxnSp>
        <p:nvCxnSpPr>
          <p:cNvPr id="12" name="Conector recto 118">
            <a:extLst>
              <a:ext uri="{FF2B5EF4-FFF2-40B4-BE49-F238E27FC236}">
                <a16:creationId xmlns:a16="http://schemas.microsoft.com/office/drawing/2014/main" id="{2BBDA75C-22E4-B549-B555-FC08981C3A2E}"/>
              </a:ext>
            </a:extLst>
          </p:cNvPr>
          <p:cNvCxnSpPr>
            <a:cxnSpLocks/>
          </p:cNvCxnSpPr>
          <p:nvPr userDrawn="1"/>
        </p:nvCxnSpPr>
        <p:spPr>
          <a:xfrm>
            <a:off x="1113865" y="6477964"/>
            <a:ext cx="0" cy="158400"/>
          </a:xfrm>
          <a:prstGeom prst="line">
            <a:avLst/>
          </a:prstGeom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Marcador de número de diapositiva 5">
            <a:extLst>
              <a:ext uri="{FF2B5EF4-FFF2-40B4-BE49-F238E27FC236}">
                <a16:creationId xmlns:a16="http://schemas.microsoft.com/office/drawing/2014/main" id="{89B4B2F6-E8B1-864E-BC99-BF8E6834B3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9492" y="6346658"/>
            <a:ext cx="636447" cy="365125"/>
          </a:xfrm>
          <a:prstGeom prst="rect">
            <a:avLst/>
          </a:prstGeom>
        </p:spPr>
        <p:txBody>
          <a:bodyPr anchor="ctr"/>
          <a:lstStyle>
            <a:lvl1pPr algn="r">
              <a:defRPr lang="en-GB" sz="9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50B9D9B-824C-437E-B87C-640CB12706FF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9FF9D66B-8CA1-4886-A7BB-4F07849AAA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86532" y="6346658"/>
            <a:ext cx="6706631" cy="365125"/>
          </a:xfrm>
          <a:prstGeom prst="rect">
            <a:avLst/>
          </a:prstGeom>
        </p:spPr>
        <p:txBody>
          <a:bodyPr anchor="ctr"/>
          <a:lstStyle>
            <a:lvl1pPr algn="l">
              <a:defRPr lang="en-GB" sz="900" b="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Niveau de confidentialité – Titre de la présentation</a:t>
            </a:r>
          </a:p>
        </p:txBody>
      </p:sp>
      <p:pic>
        <p:nvPicPr>
          <p:cNvPr id="17" name="Image 75">
            <a:extLst>
              <a:ext uri="{FF2B5EF4-FFF2-40B4-BE49-F238E27FC236}">
                <a16:creationId xmlns:a16="http://schemas.microsoft.com/office/drawing/2014/main" id="{39B9EC0F-08B7-44A4-B789-D5FC5A1620C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199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126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ouver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2">
            <a:extLst>
              <a:ext uri="{FF2B5EF4-FFF2-40B4-BE49-F238E27FC236}">
                <a16:creationId xmlns:a16="http://schemas.microsoft.com/office/drawing/2014/main" id="{7DBE0C1A-F10F-4D47-8BE8-F5570177F2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Imagen 289">
            <a:extLst>
              <a:ext uri="{FF2B5EF4-FFF2-40B4-BE49-F238E27FC236}">
                <a16:creationId xmlns:a16="http://schemas.microsoft.com/office/drawing/2014/main" id="{8137DABE-8A6A-3944-9DCC-2937A7CC9CD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36727" y="5525048"/>
            <a:ext cx="2492442" cy="1206970"/>
          </a:xfrm>
          <a:prstGeom prst="rect">
            <a:avLst/>
          </a:prstGeom>
        </p:spPr>
      </p:pic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DA84E24-84F6-4444-A4DD-FD390759FA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81264" y="2035216"/>
            <a:ext cx="4004356" cy="2308324"/>
          </a:xfrm>
        </p:spPr>
        <p:txBody>
          <a:bodyPr wrap="square">
            <a:spAutoFit/>
          </a:bodyPr>
          <a:lstStyle>
            <a:lvl1pPr marL="15875" indent="-15875">
              <a:lnSpc>
                <a:spcPct val="100000"/>
              </a:lnSpc>
              <a:buNone/>
              <a:tabLst/>
              <a:defRPr lang="en-GB" sz="3600" b="1" kern="1200" cap="all" baseline="0" dirty="0" smtClean="0">
                <a:solidFill>
                  <a:schemeClr val="tx1"/>
                </a:solidFill>
                <a:latin typeface="AvenirNext LT Pro Medium" panose="020B0504020202020204" pitchFamily="34" charset="0"/>
                <a:ea typeface="+mn-ea"/>
                <a:cs typeface="+mn-cs"/>
              </a:defRPr>
            </a:lvl1pPr>
            <a:lvl2pPr>
              <a:buNone/>
              <a:defRPr lang="en-GB" sz="3600" b="1" kern="1200" dirty="0" smtClean="0">
                <a:solidFill>
                  <a:schemeClr val="tx1"/>
                </a:solidFill>
                <a:latin typeface="AvenirNext LT Pro Medium" panose="020B0504020202020204" pitchFamily="34" charset="0"/>
                <a:ea typeface="+mn-ea"/>
                <a:cs typeface="+mn-cs"/>
              </a:defRPr>
            </a:lvl2pPr>
            <a:lvl3pPr>
              <a:defRPr lang="en-GB" sz="3600" b="1" kern="1200" dirty="0" smtClean="0">
                <a:solidFill>
                  <a:schemeClr val="tx1"/>
                </a:solidFill>
                <a:latin typeface="AvenirNext LT Pro Medium" panose="020B0504020202020204" pitchFamily="34" charset="0"/>
                <a:ea typeface="+mn-ea"/>
                <a:cs typeface="+mn-cs"/>
              </a:defRPr>
            </a:lvl3pPr>
            <a:lvl4pPr>
              <a:defRPr lang="en-GB" sz="3600" b="1" kern="1200" dirty="0" smtClean="0">
                <a:solidFill>
                  <a:schemeClr val="tx1"/>
                </a:solidFill>
                <a:latin typeface="AvenirNext LT Pro Medium" panose="020B0504020202020204" pitchFamily="34" charset="0"/>
                <a:ea typeface="+mn-ea"/>
                <a:cs typeface="+mn-cs"/>
              </a:defRPr>
            </a:lvl4pPr>
            <a:lvl5pPr>
              <a:defRPr lang="fr-FR" sz="3600" b="1" kern="1200" dirty="0">
                <a:solidFill>
                  <a:schemeClr val="tx1"/>
                </a:solidFill>
                <a:latin typeface="AvenirNext LT Pro Medium" panose="020B0504020202020204" pitchFamily="34" charset="0"/>
                <a:ea typeface="+mn-ea"/>
                <a:cs typeface="+mn-cs"/>
              </a:defRPr>
            </a:lvl5pPr>
          </a:lstStyle>
          <a:p>
            <a:pPr lvl="0"/>
            <a:r>
              <a:rPr lang="fr-FR" noProof="0" dirty="0"/>
              <a:t>Cliquez ici pour ajouter le titre de chapitre </a:t>
            </a:r>
          </a:p>
        </p:txBody>
      </p:sp>
      <p:cxnSp>
        <p:nvCxnSpPr>
          <p:cNvPr id="7" name="Conector recto 118">
            <a:extLst>
              <a:ext uri="{FF2B5EF4-FFF2-40B4-BE49-F238E27FC236}">
                <a16:creationId xmlns:a16="http://schemas.microsoft.com/office/drawing/2014/main" id="{583631D2-BC79-B744-AD39-4B6DD7AB335F}"/>
              </a:ext>
            </a:extLst>
          </p:cNvPr>
          <p:cNvCxnSpPr>
            <a:cxnSpLocks/>
          </p:cNvCxnSpPr>
          <p:nvPr userDrawn="1"/>
        </p:nvCxnSpPr>
        <p:spPr>
          <a:xfrm>
            <a:off x="1113865" y="6477964"/>
            <a:ext cx="0" cy="158400"/>
          </a:xfrm>
          <a:prstGeom prst="line">
            <a:avLst/>
          </a:prstGeom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CBC35031-5A6F-1044-A33E-13303D8225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9492" y="6346658"/>
            <a:ext cx="636447" cy="365125"/>
          </a:xfrm>
          <a:prstGeom prst="rect">
            <a:avLst/>
          </a:prstGeom>
        </p:spPr>
        <p:txBody>
          <a:bodyPr anchor="ctr"/>
          <a:lstStyle>
            <a:lvl1pPr algn="r">
              <a:defRPr lang="en-GB" sz="9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50B9D9B-824C-437E-B87C-640CB12706FF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B405F2AC-D690-4137-8820-2784F1D018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86532" y="6346658"/>
            <a:ext cx="6706631" cy="365125"/>
          </a:xfrm>
          <a:prstGeom prst="rect">
            <a:avLst/>
          </a:prstGeom>
        </p:spPr>
        <p:txBody>
          <a:bodyPr anchor="ctr"/>
          <a:lstStyle>
            <a:lvl1pPr algn="l">
              <a:defRPr lang="en-GB" sz="900" b="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/>
              <a:t>Niveau de confidentialité – Titre de la présentation</a:t>
            </a:r>
            <a:endParaRPr lang="fr-FR" dirty="0"/>
          </a:p>
        </p:txBody>
      </p:sp>
      <p:sp>
        <p:nvSpPr>
          <p:cNvPr id="8" name="Marcador de fecha 3">
            <a:extLst>
              <a:ext uri="{FF2B5EF4-FFF2-40B4-BE49-F238E27FC236}">
                <a16:creationId xmlns:a16="http://schemas.microsoft.com/office/drawing/2014/main" id="{175AB360-B24F-41E2-BA34-4465336440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81264" y="261437"/>
            <a:ext cx="25751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defRPr lang="en-GB" sz="1600" smtClean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fr-FR" sz="1600" noProof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A9E5BA57-B11A-46B7-847A-CF57917D9D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81264" y="812284"/>
            <a:ext cx="4747905" cy="355600"/>
          </a:xfrm>
        </p:spPr>
        <p:txBody>
          <a:bodyPr/>
          <a:lstStyle>
            <a:lvl1pPr>
              <a:buNone/>
              <a:defRPr lang="en-GB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defRPr lang="en-GB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>
              <a:defRPr lang="en-GB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>
              <a:defRPr lang="en-GB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>
              <a:defRPr lang="fr-FR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fr-FR" noProof="0"/>
              <a:t>Cliquez ici pour ajouter le projet </a:t>
            </a:r>
          </a:p>
        </p:txBody>
      </p:sp>
    </p:spTree>
    <p:extLst>
      <p:ext uri="{BB962C8B-B14F-4D97-AF65-F5344CB8AC3E}">
        <p14:creationId xmlns:p14="http://schemas.microsoft.com/office/powerpoint/2010/main" val="2852310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hapit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9740656-E207-8A48-AB1C-3103A53435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2916" y="0"/>
            <a:ext cx="12204913" cy="5808618"/>
          </a:xfrm>
          <a:prstGeom prst="rect">
            <a:avLst/>
          </a:prstGeom>
        </p:spPr>
      </p:pic>
      <p:pic>
        <p:nvPicPr>
          <p:cNvPr id="6" name="Image 2">
            <a:extLst>
              <a:ext uri="{FF2B5EF4-FFF2-40B4-BE49-F238E27FC236}">
                <a16:creationId xmlns:a16="http://schemas.microsoft.com/office/drawing/2014/main" id="{4C61F87B-0BC3-4148-B0CA-558632B267A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7" name="Imagen 289">
            <a:extLst>
              <a:ext uri="{FF2B5EF4-FFF2-40B4-BE49-F238E27FC236}">
                <a16:creationId xmlns:a16="http://schemas.microsoft.com/office/drawing/2014/main" id="{298E3B84-34FA-2D4C-A95F-9AB7FE008D8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46449" y="5920231"/>
            <a:ext cx="1726725" cy="836170"/>
          </a:xfrm>
          <a:prstGeom prst="rect">
            <a:avLst/>
          </a:prstGeom>
        </p:spPr>
      </p:pic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D80A6E1B-9176-2047-8236-D8410312CB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9540" y="4120954"/>
            <a:ext cx="5883634" cy="1098891"/>
          </a:xfrm>
        </p:spPr>
        <p:txBody>
          <a:bodyPr anchor="ctr">
            <a:spAutoFit/>
          </a:bodyPr>
          <a:lstStyle>
            <a:lvl1pPr marL="15875" indent="-15875">
              <a:buNone/>
              <a:tabLst/>
              <a:defRPr lang="en-GB" sz="3600" b="1" kern="1200" dirty="0" smtClean="0">
                <a:solidFill>
                  <a:schemeClr val="bg1"/>
                </a:solidFill>
                <a:latin typeface="AvenirNext LT Pro Medium" panose="020B05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fr-FR" noProof="0" dirty="0"/>
              <a:t>1. Cliquez ici pour ajouter le titre du chapitre</a:t>
            </a:r>
          </a:p>
        </p:txBody>
      </p:sp>
      <p:cxnSp>
        <p:nvCxnSpPr>
          <p:cNvPr id="8" name="Conector recto 118">
            <a:extLst>
              <a:ext uri="{FF2B5EF4-FFF2-40B4-BE49-F238E27FC236}">
                <a16:creationId xmlns:a16="http://schemas.microsoft.com/office/drawing/2014/main" id="{44036597-291A-6140-9CF2-167C29ED16F6}"/>
              </a:ext>
            </a:extLst>
          </p:cNvPr>
          <p:cNvCxnSpPr>
            <a:cxnSpLocks/>
          </p:cNvCxnSpPr>
          <p:nvPr userDrawn="1"/>
        </p:nvCxnSpPr>
        <p:spPr>
          <a:xfrm>
            <a:off x="1113865" y="6477964"/>
            <a:ext cx="0" cy="158400"/>
          </a:xfrm>
          <a:prstGeom prst="line">
            <a:avLst/>
          </a:prstGeom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BC28105C-BDDA-6945-93B2-26E96ADEF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9492" y="6346659"/>
            <a:ext cx="636447" cy="365125"/>
          </a:xfrm>
          <a:prstGeom prst="rect">
            <a:avLst/>
          </a:prstGeom>
        </p:spPr>
        <p:txBody>
          <a:bodyPr anchor="ctr"/>
          <a:lstStyle>
            <a:lvl1pPr algn="r">
              <a:defRPr lang="en-GB" sz="9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50B9D9B-824C-437E-B87C-640CB12706FF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2" name="Marcador de pie de página 4">
            <a:extLst>
              <a:ext uri="{FF2B5EF4-FFF2-40B4-BE49-F238E27FC236}">
                <a16:creationId xmlns:a16="http://schemas.microsoft.com/office/drawing/2014/main" id="{E8AF0556-1AB0-4673-8B95-C84B476C3A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86532" y="6346658"/>
            <a:ext cx="6706631" cy="365125"/>
          </a:xfrm>
          <a:prstGeom prst="rect">
            <a:avLst/>
          </a:prstGeom>
        </p:spPr>
        <p:txBody>
          <a:bodyPr anchor="ctr"/>
          <a:lstStyle>
            <a:lvl1pPr algn="l">
              <a:defRPr lang="en-GB" sz="900" b="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Niveau de confidentialité – Titre de la présentation</a:t>
            </a:r>
          </a:p>
        </p:txBody>
      </p:sp>
    </p:spTree>
    <p:extLst>
      <p:ext uri="{BB962C8B-B14F-4D97-AF65-F5344CB8AC3E}">
        <p14:creationId xmlns:p14="http://schemas.microsoft.com/office/powerpoint/2010/main" val="1398144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hapit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9740656-E207-8A48-AB1C-3103A53435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2916" y="0"/>
            <a:ext cx="12204913" cy="5808618"/>
          </a:xfrm>
          <a:prstGeom prst="rect">
            <a:avLst/>
          </a:prstGeom>
        </p:spPr>
      </p:pic>
      <p:pic>
        <p:nvPicPr>
          <p:cNvPr id="8" name="Image 102">
            <a:extLst>
              <a:ext uri="{FF2B5EF4-FFF2-40B4-BE49-F238E27FC236}">
                <a16:creationId xmlns:a16="http://schemas.microsoft.com/office/drawing/2014/main" id="{4CDB543B-C9A8-6E43-968B-E42B62A45EC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Imagen 289">
            <a:extLst>
              <a:ext uri="{FF2B5EF4-FFF2-40B4-BE49-F238E27FC236}">
                <a16:creationId xmlns:a16="http://schemas.microsoft.com/office/drawing/2014/main" id="{298E3B84-34FA-2D4C-A95F-9AB7FE008D8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46449" y="5920231"/>
            <a:ext cx="1726725" cy="836170"/>
          </a:xfrm>
          <a:prstGeom prst="rect">
            <a:avLst/>
          </a:prstGeom>
        </p:spPr>
      </p:pic>
      <p:cxnSp>
        <p:nvCxnSpPr>
          <p:cNvPr id="9" name="Conector recto 118">
            <a:extLst>
              <a:ext uri="{FF2B5EF4-FFF2-40B4-BE49-F238E27FC236}">
                <a16:creationId xmlns:a16="http://schemas.microsoft.com/office/drawing/2014/main" id="{16E9E7CC-4FEC-9342-9D2A-EB870B651FF5}"/>
              </a:ext>
            </a:extLst>
          </p:cNvPr>
          <p:cNvCxnSpPr>
            <a:cxnSpLocks/>
          </p:cNvCxnSpPr>
          <p:nvPr userDrawn="1"/>
        </p:nvCxnSpPr>
        <p:spPr>
          <a:xfrm>
            <a:off x="1113865" y="6477964"/>
            <a:ext cx="0" cy="158400"/>
          </a:xfrm>
          <a:prstGeom prst="line">
            <a:avLst/>
          </a:prstGeom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5B37B565-A044-524C-9966-96D7DB0C11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9492" y="6346658"/>
            <a:ext cx="636447" cy="365125"/>
          </a:xfrm>
          <a:prstGeom prst="rect">
            <a:avLst/>
          </a:prstGeom>
        </p:spPr>
        <p:txBody>
          <a:bodyPr anchor="ctr"/>
          <a:lstStyle>
            <a:lvl1pPr algn="r">
              <a:defRPr lang="en-GB" sz="9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50B9D9B-824C-437E-B87C-640CB12706FF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A4A603C2-7784-4213-BA2B-246A93A3216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9540" y="4120954"/>
            <a:ext cx="5883634" cy="1098891"/>
          </a:xfrm>
        </p:spPr>
        <p:txBody>
          <a:bodyPr anchor="ctr">
            <a:spAutoFit/>
          </a:bodyPr>
          <a:lstStyle>
            <a:lvl1pPr marL="15875" indent="-15875">
              <a:buNone/>
              <a:tabLst/>
              <a:defRPr lang="en-GB" sz="3600" b="1" kern="1200" dirty="0" smtClean="0">
                <a:solidFill>
                  <a:schemeClr val="bg1"/>
                </a:solidFill>
                <a:latin typeface="AvenirNext LT Pro Medium" panose="020B05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fr-FR" noProof="0" dirty="0"/>
              <a:t>1. Cliquez ici pour ajouter le titre du chapitre</a:t>
            </a:r>
          </a:p>
        </p:txBody>
      </p:sp>
      <p:sp>
        <p:nvSpPr>
          <p:cNvPr id="14" name="Marcador de pie de página 4">
            <a:extLst>
              <a:ext uri="{FF2B5EF4-FFF2-40B4-BE49-F238E27FC236}">
                <a16:creationId xmlns:a16="http://schemas.microsoft.com/office/drawing/2014/main" id="{22520C59-AD91-4C93-AA05-A5731FDC82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86532" y="6346658"/>
            <a:ext cx="6706631" cy="365125"/>
          </a:xfrm>
          <a:prstGeom prst="rect">
            <a:avLst/>
          </a:prstGeom>
        </p:spPr>
        <p:txBody>
          <a:bodyPr anchor="ctr"/>
          <a:lstStyle>
            <a:lvl1pPr algn="l">
              <a:defRPr lang="en-GB" sz="900" b="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Niveau de confidentialité – Titre de la présentation</a:t>
            </a:r>
          </a:p>
        </p:txBody>
      </p:sp>
    </p:spTree>
    <p:extLst>
      <p:ext uri="{BB962C8B-B14F-4D97-AF65-F5344CB8AC3E}">
        <p14:creationId xmlns:p14="http://schemas.microsoft.com/office/powerpoint/2010/main" val="381016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hapit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9740656-E207-8A48-AB1C-3103A53435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2916" y="0"/>
            <a:ext cx="12204913" cy="5808618"/>
          </a:xfrm>
          <a:prstGeom prst="rect">
            <a:avLst/>
          </a:prstGeom>
        </p:spPr>
      </p:pic>
      <p:pic>
        <p:nvPicPr>
          <p:cNvPr id="8" name="Image 102">
            <a:extLst>
              <a:ext uri="{FF2B5EF4-FFF2-40B4-BE49-F238E27FC236}">
                <a16:creationId xmlns:a16="http://schemas.microsoft.com/office/drawing/2014/main" id="{4CDB543B-C9A8-6E43-968B-E42B62A45EC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Imagen 289">
            <a:extLst>
              <a:ext uri="{FF2B5EF4-FFF2-40B4-BE49-F238E27FC236}">
                <a16:creationId xmlns:a16="http://schemas.microsoft.com/office/drawing/2014/main" id="{298E3B84-34FA-2D4C-A95F-9AB7FE008D8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46449" y="5920231"/>
            <a:ext cx="1726725" cy="836170"/>
          </a:xfrm>
          <a:prstGeom prst="rect">
            <a:avLst/>
          </a:prstGeom>
        </p:spPr>
      </p:pic>
      <p:cxnSp>
        <p:nvCxnSpPr>
          <p:cNvPr id="9" name="Conector recto 118">
            <a:extLst>
              <a:ext uri="{FF2B5EF4-FFF2-40B4-BE49-F238E27FC236}">
                <a16:creationId xmlns:a16="http://schemas.microsoft.com/office/drawing/2014/main" id="{6B8F3D16-8854-9646-91C5-2D196AF86F63}"/>
              </a:ext>
            </a:extLst>
          </p:cNvPr>
          <p:cNvCxnSpPr>
            <a:cxnSpLocks/>
          </p:cNvCxnSpPr>
          <p:nvPr userDrawn="1"/>
        </p:nvCxnSpPr>
        <p:spPr>
          <a:xfrm>
            <a:off x="1113865" y="6477964"/>
            <a:ext cx="0" cy="158400"/>
          </a:xfrm>
          <a:prstGeom prst="line">
            <a:avLst/>
          </a:prstGeom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4C483AC7-CDF7-C844-A63C-3328C23D42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9492" y="6346658"/>
            <a:ext cx="636447" cy="365125"/>
          </a:xfrm>
          <a:prstGeom prst="rect">
            <a:avLst/>
          </a:prstGeom>
        </p:spPr>
        <p:txBody>
          <a:bodyPr anchor="ctr"/>
          <a:lstStyle>
            <a:lvl1pPr algn="r">
              <a:defRPr lang="en-GB" sz="9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50B9D9B-824C-437E-B87C-640CB12706FF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DC6BA77D-6E8C-44DF-A005-64CFB30895B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9540" y="4120954"/>
            <a:ext cx="5883634" cy="1098891"/>
          </a:xfrm>
        </p:spPr>
        <p:txBody>
          <a:bodyPr anchor="ctr">
            <a:spAutoFit/>
          </a:bodyPr>
          <a:lstStyle>
            <a:lvl1pPr marL="15875" indent="-15875">
              <a:buNone/>
              <a:tabLst/>
              <a:defRPr lang="en-GB" sz="3600" b="1" kern="1200" dirty="0" smtClean="0">
                <a:solidFill>
                  <a:schemeClr val="bg1"/>
                </a:solidFill>
                <a:latin typeface="AvenirNext LT Pro Medium" panose="020B05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fr-FR" noProof="0" dirty="0"/>
              <a:t>1. Cliquez ici pour ajouter le titre du chapitre</a:t>
            </a:r>
          </a:p>
        </p:txBody>
      </p:sp>
      <p:sp>
        <p:nvSpPr>
          <p:cNvPr id="14" name="Marcador de pie de página 4">
            <a:extLst>
              <a:ext uri="{FF2B5EF4-FFF2-40B4-BE49-F238E27FC236}">
                <a16:creationId xmlns:a16="http://schemas.microsoft.com/office/drawing/2014/main" id="{FEF7E511-5D20-4103-8787-388BDFFA50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86532" y="6346658"/>
            <a:ext cx="6706631" cy="365125"/>
          </a:xfrm>
          <a:prstGeom prst="rect">
            <a:avLst/>
          </a:prstGeom>
        </p:spPr>
        <p:txBody>
          <a:bodyPr anchor="ctr"/>
          <a:lstStyle>
            <a:lvl1pPr algn="l">
              <a:defRPr lang="en-GB" sz="900" b="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/>
              <a:t>Niveau de confidentialité – Titre de la présentation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3334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hapit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9740656-E207-8A48-AB1C-3103A53435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2916" y="0"/>
            <a:ext cx="12204913" cy="5808618"/>
          </a:xfrm>
          <a:prstGeom prst="rect">
            <a:avLst/>
          </a:prstGeom>
        </p:spPr>
      </p:pic>
      <p:pic>
        <p:nvPicPr>
          <p:cNvPr id="8" name="Image 102">
            <a:extLst>
              <a:ext uri="{FF2B5EF4-FFF2-40B4-BE49-F238E27FC236}">
                <a16:creationId xmlns:a16="http://schemas.microsoft.com/office/drawing/2014/main" id="{4CDB543B-C9A8-6E43-968B-E42B62A45EC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Imagen 289">
            <a:extLst>
              <a:ext uri="{FF2B5EF4-FFF2-40B4-BE49-F238E27FC236}">
                <a16:creationId xmlns:a16="http://schemas.microsoft.com/office/drawing/2014/main" id="{298E3B84-34FA-2D4C-A95F-9AB7FE008D8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46449" y="5920231"/>
            <a:ext cx="1726725" cy="836170"/>
          </a:xfrm>
          <a:prstGeom prst="rect">
            <a:avLst/>
          </a:prstGeom>
        </p:spPr>
      </p:pic>
      <p:cxnSp>
        <p:nvCxnSpPr>
          <p:cNvPr id="9" name="Conector recto 118">
            <a:extLst>
              <a:ext uri="{FF2B5EF4-FFF2-40B4-BE49-F238E27FC236}">
                <a16:creationId xmlns:a16="http://schemas.microsoft.com/office/drawing/2014/main" id="{428482CA-34F1-8449-9FC1-75FC1767C2B6}"/>
              </a:ext>
            </a:extLst>
          </p:cNvPr>
          <p:cNvCxnSpPr>
            <a:cxnSpLocks/>
          </p:cNvCxnSpPr>
          <p:nvPr userDrawn="1"/>
        </p:nvCxnSpPr>
        <p:spPr>
          <a:xfrm>
            <a:off x="1113865" y="6477964"/>
            <a:ext cx="0" cy="158400"/>
          </a:xfrm>
          <a:prstGeom prst="line">
            <a:avLst/>
          </a:prstGeom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D9BD790C-05A5-1C43-A9D1-A3945135E1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9492" y="6346658"/>
            <a:ext cx="636447" cy="365125"/>
          </a:xfrm>
          <a:prstGeom prst="rect">
            <a:avLst/>
          </a:prstGeom>
        </p:spPr>
        <p:txBody>
          <a:bodyPr anchor="ctr"/>
          <a:lstStyle>
            <a:lvl1pPr algn="r">
              <a:defRPr lang="en-GB" sz="9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50B9D9B-824C-437E-B87C-640CB12706FF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D2CAE5CC-2C66-457A-9A94-F8755678DC5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9540" y="4120954"/>
            <a:ext cx="5883634" cy="1098891"/>
          </a:xfrm>
        </p:spPr>
        <p:txBody>
          <a:bodyPr anchor="ctr">
            <a:spAutoFit/>
          </a:bodyPr>
          <a:lstStyle>
            <a:lvl1pPr marL="15875" indent="-15875">
              <a:buNone/>
              <a:tabLst/>
              <a:defRPr lang="en-GB" sz="3600" b="1" kern="1200" dirty="0" smtClean="0">
                <a:solidFill>
                  <a:schemeClr val="bg1"/>
                </a:solidFill>
                <a:latin typeface="AvenirNext LT Pro Medium" panose="020B05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fr-FR" noProof="0" dirty="0"/>
              <a:t>1. Cliquez ici pour ajouter le titre du chapitre</a:t>
            </a:r>
          </a:p>
        </p:txBody>
      </p:sp>
      <p:sp>
        <p:nvSpPr>
          <p:cNvPr id="14" name="Marcador de pie de página 4">
            <a:extLst>
              <a:ext uri="{FF2B5EF4-FFF2-40B4-BE49-F238E27FC236}">
                <a16:creationId xmlns:a16="http://schemas.microsoft.com/office/drawing/2014/main" id="{850F19E4-E0BB-41F6-95F4-D48DBB74C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86532" y="6346658"/>
            <a:ext cx="6706631" cy="365125"/>
          </a:xfrm>
          <a:prstGeom prst="rect">
            <a:avLst/>
          </a:prstGeom>
        </p:spPr>
        <p:txBody>
          <a:bodyPr anchor="ctr"/>
          <a:lstStyle>
            <a:lvl1pPr algn="l">
              <a:defRPr lang="en-GB" sz="900" b="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Niveau de confidentialité – Titre de la présentation</a:t>
            </a:r>
          </a:p>
        </p:txBody>
      </p:sp>
    </p:spTree>
    <p:extLst>
      <p:ext uri="{BB962C8B-B14F-4D97-AF65-F5344CB8AC3E}">
        <p14:creationId xmlns:p14="http://schemas.microsoft.com/office/powerpoint/2010/main" val="3202413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hapit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9740656-E207-8A48-AB1C-3103A53435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2916" y="0"/>
            <a:ext cx="12204913" cy="5808618"/>
          </a:xfrm>
          <a:prstGeom prst="rect">
            <a:avLst/>
          </a:prstGeom>
        </p:spPr>
      </p:pic>
      <p:pic>
        <p:nvPicPr>
          <p:cNvPr id="8" name="Image 102">
            <a:extLst>
              <a:ext uri="{FF2B5EF4-FFF2-40B4-BE49-F238E27FC236}">
                <a16:creationId xmlns:a16="http://schemas.microsoft.com/office/drawing/2014/main" id="{4CDB543B-C9A8-6E43-968B-E42B62A45EC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Imagen 289">
            <a:extLst>
              <a:ext uri="{FF2B5EF4-FFF2-40B4-BE49-F238E27FC236}">
                <a16:creationId xmlns:a16="http://schemas.microsoft.com/office/drawing/2014/main" id="{298E3B84-34FA-2D4C-A95F-9AB7FE008D8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46449" y="5920231"/>
            <a:ext cx="1726725" cy="836170"/>
          </a:xfrm>
          <a:prstGeom prst="rect">
            <a:avLst/>
          </a:prstGeom>
        </p:spPr>
      </p:pic>
      <p:cxnSp>
        <p:nvCxnSpPr>
          <p:cNvPr id="9" name="Conector recto 118">
            <a:extLst>
              <a:ext uri="{FF2B5EF4-FFF2-40B4-BE49-F238E27FC236}">
                <a16:creationId xmlns:a16="http://schemas.microsoft.com/office/drawing/2014/main" id="{AC38F62C-857B-2A4A-9524-E46BD96878FD}"/>
              </a:ext>
            </a:extLst>
          </p:cNvPr>
          <p:cNvCxnSpPr>
            <a:cxnSpLocks/>
          </p:cNvCxnSpPr>
          <p:nvPr userDrawn="1"/>
        </p:nvCxnSpPr>
        <p:spPr>
          <a:xfrm>
            <a:off x="1113865" y="6477964"/>
            <a:ext cx="0" cy="158400"/>
          </a:xfrm>
          <a:prstGeom prst="line">
            <a:avLst/>
          </a:prstGeom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F1593583-BDBD-B04A-AD4D-647B9E730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9492" y="6346658"/>
            <a:ext cx="636447" cy="365125"/>
          </a:xfrm>
          <a:prstGeom prst="rect">
            <a:avLst/>
          </a:prstGeom>
        </p:spPr>
        <p:txBody>
          <a:bodyPr anchor="ctr"/>
          <a:lstStyle>
            <a:lvl1pPr algn="r">
              <a:defRPr lang="en-GB" sz="9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50B9D9B-824C-437E-B87C-640CB12706FF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BCB81353-9779-4110-81C9-A736BDD0CE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9540" y="4120954"/>
            <a:ext cx="5883634" cy="1098891"/>
          </a:xfrm>
        </p:spPr>
        <p:txBody>
          <a:bodyPr anchor="ctr">
            <a:spAutoFit/>
          </a:bodyPr>
          <a:lstStyle>
            <a:lvl1pPr marL="15875" indent="-15875">
              <a:buNone/>
              <a:tabLst/>
              <a:defRPr lang="en-GB" sz="3600" b="1" kern="1200" dirty="0" smtClean="0">
                <a:solidFill>
                  <a:schemeClr val="bg1"/>
                </a:solidFill>
                <a:latin typeface="AvenirNext LT Pro Medium" panose="020B05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fr-FR" noProof="0" dirty="0"/>
              <a:t>1. Cliquez ici pour ajouter le titre du chapitre</a:t>
            </a:r>
          </a:p>
        </p:txBody>
      </p:sp>
      <p:sp>
        <p:nvSpPr>
          <p:cNvPr id="14" name="Marcador de pie de página 4">
            <a:extLst>
              <a:ext uri="{FF2B5EF4-FFF2-40B4-BE49-F238E27FC236}">
                <a16:creationId xmlns:a16="http://schemas.microsoft.com/office/drawing/2014/main" id="{905F223E-77F2-4BBF-A14C-8029B71F08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86532" y="6346658"/>
            <a:ext cx="6706631" cy="365125"/>
          </a:xfrm>
          <a:prstGeom prst="rect">
            <a:avLst/>
          </a:prstGeom>
        </p:spPr>
        <p:txBody>
          <a:bodyPr anchor="ctr"/>
          <a:lstStyle>
            <a:lvl1pPr algn="l">
              <a:defRPr lang="en-GB" sz="900" b="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Niveau de confidentialité – Titre de la présentation</a:t>
            </a:r>
          </a:p>
        </p:txBody>
      </p:sp>
    </p:spTree>
    <p:extLst>
      <p:ext uri="{BB962C8B-B14F-4D97-AF65-F5344CB8AC3E}">
        <p14:creationId xmlns:p14="http://schemas.microsoft.com/office/powerpoint/2010/main" val="684862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hapit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6">
            <a:extLst>
              <a:ext uri="{FF2B5EF4-FFF2-40B4-BE49-F238E27FC236}">
                <a16:creationId xmlns:a16="http://schemas.microsoft.com/office/drawing/2014/main" id="{6D826364-0911-4D0F-A0EF-9FB70DE04D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2192000" cy="6857999"/>
          </a:xfrm>
          <a:custGeom>
            <a:avLst/>
            <a:gdLst>
              <a:gd name="connsiteX0" fmla="*/ 0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3333509 h 6857999"/>
              <a:gd name="connsiteX3" fmla="*/ 5781567 w 12192000"/>
              <a:gd name="connsiteY3" fmla="*/ 3333509 h 6857999"/>
              <a:gd name="connsiteX4" fmla="*/ 5173885 w 12192000"/>
              <a:gd name="connsiteY4" fmla="*/ 3941192 h 6857999"/>
              <a:gd name="connsiteX5" fmla="*/ 5173885 w 12192000"/>
              <a:gd name="connsiteY5" fmla="*/ 4847092 h 6857999"/>
              <a:gd name="connsiteX6" fmla="*/ 3865944 w 12192000"/>
              <a:gd name="connsiteY6" fmla="*/ 4847092 h 6857999"/>
              <a:gd name="connsiteX7" fmla="*/ 3865944 w 12192000"/>
              <a:gd name="connsiteY7" fmla="*/ 6857999 h 6857999"/>
              <a:gd name="connsiteX8" fmla="*/ 0 w 12192000"/>
              <a:gd name="connsiteY8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7999">
                <a:moveTo>
                  <a:pt x="0" y="0"/>
                </a:moveTo>
                <a:lnTo>
                  <a:pt x="12192000" y="0"/>
                </a:lnTo>
                <a:lnTo>
                  <a:pt x="12192000" y="3333509"/>
                </a:lnTo>
                <a:lnTo>
                  <a:pt x="5781567" y="3333509"/>
                </a:lnTo>
                <a:cubicBezTo>
                  <a:pt x="5445953" y="3333509"/>
                  <a:pt x="5173885" y="3605578"/>
                  <a:pt x="5173885" y="3941192"/>
                </a:cubicBezTo>
                <a:lnTo>
                  <a:pt x="5173885" y="4847092"/>
                </a:lnTo>
                <a:lnTo>
                  <a:pt x="3865944" y="4847092"/>
                </a:lnTo>
                <a:lnTo>
                  <a:pt x="3865944" y="6857999"/>
                </a:lnTo>
                <a:lnTo>
                  <a:pt x="0" y="6857999"/>
                </a:lnTo>
                <a:close/>
              </a:path>
            </a:pathLst>
          </a:custGeom>
        </p:spPr>
      </p:pic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BF0C5BC-8C03-4B5E-ABF5-5FD5F08941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900" b="0"/>
            </a:lvl1pPr>
          </a:lstStyle>
          <a:p>
            <a:fld id="{E50B9D9B-824C-437E-B87C-640CB12706FF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6" name="Image 104">
            <a:extLst>
              <a:ext uri="{FF2B5EF4-FFF2-40B4-BE49-F238E27FC236}">
                <a16:creationId xmlns:a16="http://schemas.microsoft.com/office/drawing/2014/main" id="{EEEAC974-0D29-44F4-890E-2FD65DECB5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2531" t="54515" r="4814" b="11254"/>
          <a:stretch/>
        </p:blipFill>
        <p:spPr>
          <a:xfrm>
            <a:off x="4887738" y="3489981"/>
            <a:ext cx="7292768" cy="2666884"/>
          </a:xfrm>
          <a:prstGeom prst="rect">
            <a:avLst/>
          </a:prstGeom>
        </p:spPr>
      </p:pic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7825ED95-5DD6-4787-8CD0-C16CEC04BB1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9540" y="4120954"/>
            <a:ext cx="5883634" cy="1098891"/>
          </a:xfrm>
        </p:spPr>
        <p:txBody>
          <a:bodyPr anchor="ctr">
            <a:spAutoFit/>
          </a:bodyPr>
          <a:lstStyle>
            <a:lvl1pPr marL="15875" indent="-15875">
              <a:buNone/>
              <a:tabLst/>
              <a:defRPr lang="en-GB" sz="3600" b="1" kern="1200" dirty="0" smtClean="0">
                <a:solidFill>
                  <a:schemeClr val="bg1"/>
                </a:solidFill>
                <a:latin typeface="AvenirNext LT Pro Medium" panose="020B05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fr-FR" noProof="0" dirty="0"/>
              <a:t>1. Cliquez ici pour ajouter le titre du chapitre</a:t>
            </a:r>
          </a:p>
        </p:txBody>
      </p:sp>
      <p:pic>
        <p:nvPicPr>
          <p:cNvPr id="8" name="Imagen 289">
            <a:extLst>
              <a:ext uri="{FF2B5EF4-FFF2-40B4-BE49-F238E27FC236}">
                <a16:creationId xmlns:a16="http://schemas.microsoft.com/office/drawing/2014/main" id="{3BDEBAFF-F343-4D55-807D-3E1BA5A7BF3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46449" y="5920231"/>
            <a:ext cx="1726725" cy="836170"/>
          </a:xfrm>
          <a:prstGeom prst="rect">
            <a:avLst/>
          </a:prstGeom>
        </p:spPr>
      </p:pic>
      <p:sp>
        <p:nvSpPr>
          <p:cNvPr id="9" name="Marcador de pie de página 4">
            <a:extLst>
              <a:ext uri="{FF2B5EF4-FFF2-40B4-BE49-F238E27FC236}">
                <a16:creationId xmlns:a16="http://schemas.microsoft.com/office/drawing/2014/main" id="{5B99A584-BCC3-4465-A920-E6F086DE62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86532" y="6346658"/>
            <a:ext cx="6706631" cy="365125"/>
          </a:xfrm>
          <a:prstGeom prst="rect">
            <a:avLst/>
          </a:prstGeom>
        </p:spPr>
        <p:txBody>
          <a:bodyPr anchor="ctr"/>
          <a:lstStyle>
            <a:lvl1pPr algn="l">
              <a:defRPr lang="en-GB" sz="900" b="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Niveau de confidentialité – Titre de la présentation</a:t>
            </a:r>
          </a:p>
        </p:txBody>
      </p:sp>
    </p:spTree>
    <p:extLst>
      <p:ext uri="{BB962C8B-B14F-4D97-AF65-F5344CB8AC3E}">
        <p14:creationId xmlns:p14="http://schemas.microsoft.com/office/powerpoint/2010/main" val="41800106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2">
            <a:extLst>
              <a:ext uri="{FF2B5EF4-FFF2-40B4-BE49-F238E27FC236}">
                <a16:creationId xmlns:a16="http://schemas.microsoft.com/office/drawing/2014/main" id="{B5E7EFBE-F0A5-F949-9901-F00DE76FD6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9" name="CuadroTexto 80">
            <a:extLst>
              <a:ext uri="{FF2B5EF4-FFF2-40B4-BE49-F238E27FC236}">
                <a16:creationId xmlns:a16="http://schemas.microsoft.com/office/drawing/2014/main" id="{76D454C5-F2F3-8D4B-BE73-8EC8A886960F}"/>
              </a:ext>
            </a:extLst>
          </p:cNvPr>
          <p:cNvSpPr txBox="1"/>
          <p:nvPr userDrawn="1"/>
        </p:nvSpPr>
        <p:spPr>
          <a:xfrm>
            <a:off x="628277" y="624909"/>
            <a:ext cx="10401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E30613"/>
                </a:solidFill>
                <a:effectLst/>
                <a:uLnTx/>
                <a:uFillTx/>
                <a:latin typeface="AvenirNext LT Pro Medium" panose="020B0504020202020204" pitchFamily="34" charset="0"/>
                <a:ea typeface="+mn-ea"/>
                <a:cs typeface="+mn-cs"/>
              </a:rPr>
              <a:t>SOMMAIRE</a:t>
            </a:r>
          </a:p>
        </p:txBody>
      </p:sp>
      <p:pic>
        <p:nvPicPr>
          <p:cNvPr id="20" name="Imagen 2">
            <a:extLst>
              <a:ext uri="{FF2B5EF4-FFF2-40B4-BE49-F238E27FC236}">
                <a16:creationId xmlns:a16="http://schemas.microsoft.com/office/drawing/2014/main" id="{F51DFC1F-8771-FB47-AC03-6B6759DE84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47515" y="6329592"/>
            <a:ext cx="1261240" cy="431201"/>
          </a:xfrm>
          <a:prstGeom prst="rect">
            <a:avLst/>
          </a:prstGeom>
        </p:spPr>
      </p:pic>
      <p:cxnSp>
        <p:nvCxnSpPr>
          <p:cNvPr id="22" name="Conector recto 118">
            <a:extLst>
              <a:ext uri="{FF2B5EF4-FFF2-40B4-BE49-F238E27FC236}">
                <a16:creationId xmlns:a16="http://schemas.microsoft.com/office/drawing/2014/main" id="{BCE48373-BD91-D84E-8FE2-731F551B0235}"/>
              </a:ext>
            </a:extLst>
          </p:cNvPr>
          <p:cNvCxnSpPr>
            <a:cxnSpLocks/>
          </p:cNvCxnSpPr>
          <p:nvPr userDrawn="1"/>
        </p:nvCxnSpPr>
        <p:spPr>
          <a:xfrm>
            <a:off x="1113865" y="6477964"/>
            <a:ext cx="0" cy="158400"/>
          </a:xfrm>
          <a:prstGeom prst="line">
            <a:avLst/>
          </a:prstGeom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32">
            <a:extLst>
              <a:ext uri="{FF2B5EF4-FFF2-40B4-BE49-F238E27FC236}">
                <a16:creationId xmlns:a16="http://schemas.microsoft.com/office/drawing/2014/main" id="{621ACF7C-2CBA-7A4D-9B6D-528D9D2BE98D}"/>
              </a:ext>
            </a:extLst>
          </p:cNvPr>
          <p:cNvCxnSpPr>
            <a:cxnSpLocks/>
          </p:cNvCxnSpPr>
          <p:nvPr userDrawn="1"/>
        </p:nvCxnSpPr>
        <p:spPr>
          <a:xfrm>
            <a:off x="7869386" y="1863161"/>
            <a:ext cx="0" cy="351722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Marcador de número de diapositiva 5">
            <a:extLst>
              <a:ext uri="{FF2B5EF4-FFF2-40B4-BE49-F238E27FC236}">
                <a16:creationId xmlns:a16="http://schemas.microsoft.com/office/drawing/2014/main" id="{96E4A192-C7D8-C341-B734-1CA4D9F45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9492" y="6346658"/>
            <a:ext cx="636447" cy="365125"/>
          </a:xfrm>
          <a:prstGeom prst="rect">
            <a:avLst/>
          </a:prstGeom>
        </p:spPr>
        <p:txBody>
          <a:bodyPr anchor="ctr"/>
          <a:lstStyle>
            <a:lvl1pPr algn="r">
              <a:defRPr lang="en-GB" sz="9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50B9D9B-824C-437E-B87C-640CB12706FF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B123B-5393-EF49-8B1F-6471F1A407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2443" y="1873794"/>
            <a:ext cx="6854825" cy="451790"/>
          </a:xfrm>
        </p:spPr>
        <p:txBody>
          <a:bodyPr>
            <a:spAutoFit/>
          </a:bodyPr>
          <a:lstStyle>
            <a:lvl1pPr marL="9525" indent="-9525" algn="r">
              <a:lnSpc>
                <a:spcPct val="150000"/>
              </a:lnSpc>
              <a:buNone/>
              <a:tabLst/>
              <a:defRPr lang="en-GB" sz="1800" kern="1200" dirty="0" smtClean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 lang="en-GB" sz="1800" kern="1200" dirty="0" smtClean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2pPr>
            <a:lvl3pPr>
              <a:defRPr lang="en-GB" sz="1800" kern="1200" dirty="0" smtClean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3pPr>
            <a:lvl4pPr>
              <a:defRPr lang="en-GB" sz="1800" kern="1200" dirty="0" smtClean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4pPr>
            <a:lvl5pPr>
              <a:defRPr lang="fr-FR" sz="1800" kern="120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fr-FR" noProof="0" dirty="0"/>
              <a:t>Cliquez ici pour ajouter les titres de chapitre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1C115A-BBCC-B34A-A10C-28358C074E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91518" y="1873794"/>
            <a:ext cx="1500187" cy="451790"/>
          </a:xfrm>
        </p:spPr>
        <p:txBody>
          <a:bodyPr>
            <a:spAutoFit/>
          </a:bodyPr>
          <a:lstStyle>
            <a:lvl1pPr marL="9525" indent="-9525">
              <a:lnSpc>
                <a:spcPct val="150000"/>
              </a:lnSpc>
              <a:buNone/>
              <a:tabLst/>
              <a:defRPr kumimoji="0" lang="en-GB" sz="1800" b="1" i="0" u="none" strike="noStrike" kern="1200" cap="none" spc="0" normalizeH="0" baseline="0" dirty="0" smtClean="0">
                <a:ln>
                  <a:noFill/>
                </a:ln>
                <a:solidFill>
                  <a:srgbClr val="E30613"/>
                </a:solidFill>
                <a:effectLst/>
                <a:uLnTx/>
                <a:uFillTx/>
                <a:latin typeface="Verdana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XX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E0B404-EE53-4737-B694-5980A867F72D}"/>
              </a:ext>
            </a:extLst>
          </p:cNvPr>
          <p:cNvSpPr/>
          <p:nvPr userDrawn="1"/>
        </p:nvSpPr>
        <p:spPr>
          <a:xfrm>
            <a:off x="8101333" y="6262773"/>
            <a:ext cx="636447" cy="5978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Marcador de pie de página 4">
            <a:extLst>
              <a:ext uri="{FF2B5EF4-FFF2-40B4-BE49-F238E27FC236}">
                <a16:creationId xmlns:a16="http://schemas.microsoft.com/office/drawing/2014/main" id="{FC397540-501C-4E14-AA51-F27D05AE6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86532" y="6346658"/>
            <a:ext cx="6706631" cy="365125"/>
          </a:xfrm>
          <a:prstGeom prst="rect">
            <a:avLst/>
          </a:prstGeom>
        </p:spPr>
        <p:txBody>
          <a:bodyPr anchor="ctr"/>
          <a:lstStyle>
            <a:lvl1pPr algn="l">
              <a:defRPr lang="en-GB" sz="900" b="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Niveau de confidentialité – Titre de la présentation</a:t>
            </a:r>
          </a:p>
        </p:txBody>
      </p:sp>
    </p:spTree>
    <p:extLst>
      <p:ext uri="{BB962C8B-B14F-4D97-AF65-F5344CB8AC3E}">
        <p14:creationId xmlns:p14="http://schemas.microsoft.com/office/powerpoint/2010/main" val="27887755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1 tex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B87120B2-FC12-4382-9FB9-CA39D99C56A8}"/>
              </a:ext>
            </a:extLst>
          </p:cNvPr>
          <p:cNvGrpSpPr/>
          <p:nvPr userDrawn="1"/>
        </p:nvGrpSpPr>
        <p:grpSpPr>
          <a:xfrm>
            <a:off x="0" y="0"/>
            <a:ext cx="12192000" cy="6858525"/>
            <a:chOff x="0" y="-328779"/>
            <a:chExt cx="12192000" cy="6858525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80E239A5-F3C8-5B4A-A436-0F8719FD899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-328779"/>
              <a:ext cx="12192000" cy="6857999"/>
            </a:xfrm>
            <a:custGeom>
              <a:avLst/>
              <a:gdLst>
                <a:gd name="connsiteX0" fmla="*/ 8485633 w 12192000"/>
                <a:gd name="connsiteY0" fmla="*/ 5423665 h 6857999"/>
                <a:gd name="connsiteX1" fmla="*/ 8485633 w 12192000"/>
                <a:gd name="connsiteY1" fmla="*/ 6281928 h 6857999"/>
                <a:gd name="connsiteX2" fmla="*/ 10266745 w 12192000"/>
                <a:gd name="connsiteY2" fmla="*/ 6281928 h 6857999"/>
                <a:gd name="connsiteX3" fmla="*/ 10266745 w 12192000"/>
                <a:gd name="connsiteY3" fmla="*/ 5423665 h 6857999"/>
                <a:gd name="connsiteX4" fmla="*/ 0 w 12192000"/>
                <a:gd name="connsiteY4" fmla="*/ 0 h 6857999"/>
                <a:gd name="connsiteX5" fmla="*/ 12192000 w 12192000"/>
                <a:gd name="connsiteY5" fmla="*/ 0 h 6857999"/>
                <a:gd name="connsiteX6" fmla="*/ 12192000 w 12192000"/>
                <a:gd name="connsiteY6" fmla="*/ 6857999 h 6857999"/>
                <a:gd name="connsiteX7" fmla="*/ 0 w 12192000"/>
                <a:gd name="connsiteY7" fmla="*/ 6857999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8485633" y="5423665"/>
                  </a:moveTo>
                  <a:lnTo>
                    <a:pt x="8485633" y="6281928"/>
                  </a:lnTo>
                  <a:lnTo>
                    <a:pt x="10266745" y="6281928"/>
                  </a:lnTo>
                  <a:lnTo>
                    <a:pt x="10266745" y="5423665"/>
                  </a:ln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7999"/>
                  </a:lnTo>
                  <a:lnTo>
                    <a:pt x="0" y="6857999"/>
                  </a:lnTo>
                  <a:close/>
                </a:path>
              </a:pathLst>
            </a:cu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B4AD81C-F36D-4F0B-9759-9324CBDC45D7}"/>
                </a:ext>
              </a:extLst>
            </p:cNvPr>
            <p:cNvSpPr/>
            <p:nvPr userDrawn="1"/>
          </p:nvSpPr>
          <p:spPr>
            <a:xfrm>
              <a:off x="8662051" y="5931873"/>
              <a:ext cx="636447" cy="5978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13" name="Conector recto 32">
            <a:extLst>
              <a:ext uri="{FF2B5EF4-FFF2-40B4-BE49-F238E27FC236}">
                <a16:creationId xmlns:a16="http://schemas.microsoft.com/office/drawing/2014/main" id="{52976EAE-2507-2B43-8C5E-7379E777D5BF}"/>
              </a:ext>
            </a:extLst>
          </p:cNvPr>
          <p:cNvCxnSpPr>
            <a:cxnSpLocks/>
          </p:cNvCxnSpPr>
          <p:nvPr userDrawn="1"/>
        </p:nvCxnSpPr>
        <p:spPr>
          <a:xfrm flipH="1">
            <a:off x="659729" y="1732008"/>
            <a:ext cx="10445151" cy="0"/>
          </a:xfrm>
          <a:prstGeom prst="line">
            <a:avLst/>
          </a:prstGeom>
          <a:ln>
            <a:solidFill>
              <a:srgbClr val="F7A7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Imagen 2">
            <a:extLst>
              <a:ext uri="{FF2B5EF4-FFF2-40B4-BE49-F238E27FC236}">
                <a16:creationId xmlns:a16="http://schemas.microsoft.com/office/drawing/2014/main" id="{660D618D-75F6-E948-BBCF-80C98768A1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47515" y="6329592"/>
            <a:ext cx="1261240" cy="431201"/>
          </a:xfrm>
          <a:prstGeom prst="rect">
            <a:avLst/>
          </a:prstGeom>
        </p:spPr>
      </p:pic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BCCB0714-C0D6-F043-B131-C0BA0E5CB2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7415" y="1367445"/>
            <a:ext cx="10929937" cy="318100"/>
          </a:xfrm>
        </p:spPr>
        <p:txBody>
          <a:bodyPr anchor="b">
            <a:spAutoFit/>
          </a:bodyPr>
          <a:lstStyle>
            <a:lvl1pPr marL="15875" indent="-15875">
              <a:buNone/>
              <a:tabLst/>
              <a:defRPr lang="en-GB" sz="1600" b="1" kern="1200" cap="all" baseline="0" dirty="0" smtClean="0">
                <a:solidFill>
                  <a:srgbClr val="F7A711"/>
                </a:solidFill>
                <a:latin typeface="AvenirNext LT Pro Medium" panose="020B05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fr-FR" noProof="0" dirty="0"/>
              <a:t>Cliquez ici pour ajouter le sous-titre</a:t>
            </a:r>
          </a:p>
        </p:txBody>
      </p:sp>
      <p:cxnSp>
        <p:nvCxnSpPr>
          <p:cNvPr id="11" name="Conector recto 118">
            <a:extLst>
              <a:ext uri="{FF2B5EF4-FFF2-40B4-BE49-F238E27FC236}">
                <a16:creationId xmlns:a16="http://schemas.microsoft.com/office/drawing/2014/main" id="{02C6590E-6322-9D48-A61D-7A76ABB47253}"/>
              </a:ext>
            </a:extLst>
          </p:cNvPr>
          <p:cNvCxnSpPr>
            <a:cxnSpLocks/>
          </p:cNvCxnSpPr>
          <p:nvPr userDrawn="1"/>
        </p:nvCxnSpPr>
        <p:spPr>
          <a:xfrm>
            <a:off x="1113865" y="6477964"/>
            <a:ext cx="0" cy="158400"/>
          </a:xfrm>
          <a:prstGeom prst="line">
            <a:avLst/>
          </a:prstGeom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arcador de número de diapositiva 5">
            <a:extLst>
              <a:ext uri="{FF2B5EF4-FFF2-40B4-BE49-F238E27FC236}">
                <a16:creationId xmlns:a16="http://schemas.microsoft.com/office/drawing/2014/main" id="{4006D22E-55AE-614A-9D42-9B2161D090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9492" y="6346658"/>
            <a:ext cx="636447" cy="365125"/>
          </a:xfrm>
          <a:prstGeom prst="rect">
            <a:avLst/>
          </a:prstGeom>
        </p:spPr>
        <p:txBody>
          <a:bodyPr anchor="ctr"/>
          <a:lstStyle>
            <a:lvl1pPr algn="r">
              <a:defRPr lang="en-GB" sz="9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50B9D9B-824C-437E-B87C-640CB12706FF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F2E2C-309B-F148-9488-7635E3A3BE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7415" y="1855811"/>
            <a:ext cx="10929938" cy="3857603"/>
          </a:xfrm>
        </p:spPr>
        <p:txBody>
          <a:bodyPr/>
          <a:lstStyle>
            <a:lvl1pPr marL="285750" indent="-285750">
              <a:buClr>
                <a:schemeClr val="accent4"/>
              </a:buClr>
              <a:buFont typeface="Wingdings" pitchFamily="2" charset="2"/>
              <a:buChar char="§"/>
              <a:defRPr/>
            </a:lvl1pPr>
            <a:lvl2pPr marL="628650" indent="-171450">
              <a:buClr>
                <a:schemeClr val="accent4"/>
              </a:buClr>
              <a:buFont typeface="Wingdings" pitchFamily="2" charset="2"/>
              <a:buChar char="§"/>
              <a:defRPr/>
            </a:lvl2pPr>
            <a:lvl3pPr marL="1085850" indent="-171450">
              <a:buClr>
                <a:schemeClr val="accent4"/>
              </a:buClr>
              <a:buFont typeface="Wingdings" pitchFamily="2" charset="2"/>
              <a:buChar char="§"/>
              <a:defRPr/>
            </a:lvl3pPr>
            <a:lvl4pPr marL="1543050" indent="-171450">
              <a:buClr>
                <a:schemeClr val="accent4"/>
              </a:buClr>
              <a:buFont typeface="Wingdings" pitchFamily="2" charset="2"/>
              <a:buChar char="§"/>
              <a:defRPr/>
            </a:lvl4pPr>
            <a:lvl5pPr marL="2000250" indent="-171450">
              <a:buClr>
                <a:schemeClr val="accent4"/>
              </a:buClr>
              <a:buFont typeface="Wingdings" pitchFamily="2" charset="2"/>
              <a:buChar char="§"/>
              <a:defRPr/>
            </a:lvl5pPr>
          </a:lstStyle>
          <a:p>
            <a:pPr lvl="0"/>
            <a:r>
              <a:rPr lang="fr-FR" noProof="0" dirty="0"/>
              <a:t>Cliquez ici pour ajouter du texte </a:t>
            </a:r>
          </a:p>
          <a:p>
            <a:pPr lvl="1"/>
            <a:r>
              <a:rPr lang="fr-FR" noProof="0" dirty="0"/>
              <a:t>Premier niveau</a:t>
            </a:r>
          </a:p>
          <a:p>
            <a:pPr lvl="2"/>
            <a:r>
              <a:rPr lang="fr-FR" noProof="0" dirty="0"/>
              <a:t>Troisième niveau</a:t>
            </a:r>
          </a:p>
          <a:p>
            <a:pPr lvl="3"/>
            <a:r>
              <a:rPr lang="fr-FR" noProof="0" dirty="0"/>
              <a:t>Quatrième niveau</a:t>
            </a:r>
          </a:p>
          <a:p>
            <a:pPr lvl="4"/>
            <a:r>
              <a:rPr lang="fr-FR" noProof="0" dirty="0"/>
              <a:t>Cinquième niveau 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0B0E5E4D-EBDC-443F-BFF2-0B9EFF2027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7415" y="700469"/>
            <a:ext cx="10903386" cy="525462"/>
          </a:xfrm>
        </p:spPr>
        <p:txBody>
          <a:bodyPr/>
          <a:lstStyle>
            <a:lvl1pPr marL="15875" indent="-15875">
              <a:buNone/>
              <a:tabLst/>
              <a:defRPr lang="en-GB" sz="2800" b="1" kern="1200" dirty="0" smtClean="0">
                <a:solidFill>
                  <a:srgbClr val="E30613"/>
                </a:solidFill>
                <a:latin typeface="AvenirNext LT Pro Medium" panose="020B0504020202020204" pitchFamily="34" charset="0"/>
                <a:ea typeface="+mn-ea"/>
                <a:cs typeface="+mn-cs"/>
              </a:defRPr>
            </a:lvl1pPr>
            <a:lvl2pPr>
              <a:buNone/>
              <a:defRPr/>
            </a:lvl2pPr>
          </a:lstStyle>
          <a:p>
            <a:pPr lvl="0"/>
            <a:r>
              <a:rPr lang="fr-FR" noProof="0" dirty="0"/>
              <a:t>Cliquez ici pour ajouter le titre</a:t>
            </a:r>
          </a:p>
        </p:txBody>
      </p:sp>
      <p:sp>
        <p:nvSpPr>
          <p:cNvPr id="21" name="Marcador de pie de página 4">
            <a:extLst>
              <a:ext uri="{FF2B5EF4-FFF2-40B4-BE49-F238E27FC236}">
                <a16:creationId xmlns:a16="http://schemas.microsoft.com/office/drawing/2014/main" id="{A7CDFD77-C488-42A6-BEF2-3BE3F979EC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86532" y="6346658"/>
            <a:ext cx="6706631" cy="365125"/>
          </a:xfrm>
          <a:prstGeom prst="rect">
            <a:avLst/>
          </a:prstGeom>
        </p:spPr>
        <p:txBody>
          <a:bodyPr anchor="ctr"/>
          <a:lstStyle>
            <a:lvl1pPr algn="l">
              <a:defRPr lang="en-GB" sz="900" b="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Niveau de confidentialité – Titre de la présentation</a:t>
            </a:r>
          </a:p>
        </p:txBody>
      </p:sp>
    </p:spTree>
    <p:extLst>
      <p:ext uri="{BB962C8B-B14F-4D97-AF65-F5344CB8AC3E}">
        <p14:creationId xmlns:p14="http://schemas.microsoft.com/office/powerpoint/2010/main" val="25837774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2 tex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55D06EEF-FE08-4156-8E5C-002D186C1DFE}"/>
              </a:ext>
            </a:extLst>
          </p:cNvPr>
          <p:cNvGrpSpPr/>
          <p:nvPr userDrawn="1"/>
        </p:nvGrpSpPr>
        <p:grpSpPr>
          <a:xfrm>
            <a:off x="0" y="0"/>
            <a:ext cx="12192000" cy="6858431"/>
            <a:chOff x="0" y="-381764"/>
            <a:chExt cx="12192000" cy="6858431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3BEB69CF-1849-7C4C-9CDE-187A703454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-381764"/>
              <a:ext cx="12192000" cy="6857999"/>
            </a:xfrm>
            <a:custGeom>
              <a:avLst/>
              <a:gdLst>
                <a:gd name="connsiteX0" fmla="*/ 8485633 w 12192000"/>
                <a:gd name="connsiteY0" fmla="*/ 5423665 h 6857999"/>
                <a:gd name="connsiteX1" fmla="*/ 8485633 w 12192000"/>
                <a:gd name="connsiteY1" fmla="*/ 6281928 h 6857999"/>
                <a:gd name="connsiteX2" fmla="*/ 10266745 w 12192000"/>
                <a:gd name="connsiteY2" fmla="*/ 6281928 h 6857999"/>
                <a:gd name="connsiteX3" fmla="*/ 10266745 w 12192000"/>
                <a:gd name="connsiteY3" fmla="*/ 5423665 h 6857999"/>
                <a:gd name="connsiteX4" fmla="*/ 0 w 12192000"/>
                <a:gd name="connsiteY4" fmla="*/ 0 h 6857999"/>
                <a:gd name="connsiteX5" fmla="*/ 12192000 w 12192000"/>
                <a:gd name="connsiteY5" fmla="*/ 0 h 6857999"/>
                <a:gd name="connsiteX6" fmla="*/ 12192000 w 12192000"/>
                <a:gd name="connsiteY6" fmla="*/ 6857999 h 6857999"/>
                <a:gd name="connsiteX7" fmla="*/ 0 w 12192000"/>
                <a:gd name="connsiteY7" fmla="*/ 6857999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8485633" y="5423665"/>
                  </a:moveTo>
                  <a:lnTo>
                    <a:pt x="8485633" y="6281928"/>
                  </a:lnTo>
                  <a:lnTo>
                    <a:pt x="10266745" y="6281928"/>
                  </a:lnTo>
                  <a:lnTo>
                    <a:pt x="10266745" y="5423665"/>
                  </a:ln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7999"/>
                  </a:lnTo>
                  <a:lnTo>
                    <a:pt x="0" y="6857999"/>
                  </a:lnTo>
                  <a:close/>
                </a:path>
              </a:pathLst>
            </a:cu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CDCF201-37B1-478A-AA31-D29AAD473173}"/>
                </a:ext>
              </a:extLst>
            </p:cNvPr>
            <p:cNvSpPr/>
            <p:nvPr userDrawn="1"/>
          </p:nvSpPr>
          <p:spPr>
            <a:xfrm>
              <a:off x="8706681" y="5878794"/>
              <a:ext cx="636447" cy="5978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15" name="Imagen 2">
            <a:extLst>
              <a:ext uri="{FF2B5EF4-FFF2-40B4-BE49-F238E27FC236}">
                <a16:creationId xmlns:a16="http://schemas.microsoft.com/office/drawing/2014/main" id="{660D618D-75F6-E948-BBCF-80C98768A1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47515" y="6329592"/>
            <a:ext cx="1261240" cy="431201"/>
          </a:xfrm>
          <a:prstGeom prst="rect">
            <a:avLst/>
          </a:prstGeom>
        </p:spPr>
      </p:pic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AC2E6B08-F38A-E048-9732-4232B98FBC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7415" y="700469"/>
            <a:ext cx="10903386" cy="525462"/>
          </a:xfrm>
        </p:spPr>
        <p:txBody>
          <a:bodyPr/>
          <a:lstStyle>
            <a:lvl1pPr marL="15875" indent="-15875">
              <a:buNone/>
              <a:tabLst/>
              <a:defRPr lang="en-GB" sz="2800" b="1" kern="1200" dirty="0" smtClean="0">
                <a:solidFill>
                  <a:srgbClr val="E30613"/>
                </a:solidFill>
                <a:latin typeface="AvenirNext LT Pro Medium" panose="020B0504020202020204" pitchFamily="34" charset="0"/>
                <a:ea typeface="+mn-ea"/>
                <a:cs typeface="+mn-cs"/>
              </a:defRPr>
            </a:lvl1pPr>
            <a:lvl2pPr>
              <a:buNone/>
              <a:defRPr/>
            </a:lvl2pPr>
          </a:lstStyle>
          <a:p>
            <a:pPr lvl="0"/>
            <a:r>
              <a:rPr lang="fr-FR" noProof="0" dirty="0"/>
              <a:t>Cliquez ici pour ajouter le titre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BCCB0714-C0D6-F043-B131-C0BA0E5CB2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7416" y="1621777"/>
            <a:ext cx="4835006" cy="318100"/>
          </a:xfrm>
        </p:spPr>
        <p:txBody>
          <a:bodyPr wrap="square" anchor="b">
            <a:spAutoFit/>
          </a:bodyPr>
          <a:lstStyle>
            <a:lvl1pPr marL="15875" indent="-15875">
              <a:buNone/>
              <a:tabLst/>
              <a:defRPr lang="en-GB" sz="1600" b="1" kern="1200" cap="all" baseline="0" dirty="0" smtClean="0">
                <a:solidFill>
                  <a:srgbClr val="2D5CA7"/>
                </a:solidFill>
                <a:latin typeface="AvenirNext LT Pro Medium" panose="020B05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fr-FR" noProof="0" dirty="0"/>
              <a:t>Cliquez ici pour ajouter le sous-titre</a:t>
            </a:r>
          </a:p>
        </p:txBody>
      </p:sp>
      <p:cxnSp>
        <p:nvCxnSpPr>
          <p:cNvPr id="20" name="Conector recto 32">
            <a:extLst>
              <a:ext uri="{FF2B5EF4-FFF2-40B4-BE49-F238E27FC236}">
                <a16:creationId xmlns:a16="http://schemas.microsoft.com/office/drawing/2014/main" id="{70DACADD-8720-354C-B9AC-5C18B949C9B7}"/>
              </a:ext>
            </a:extLst>
          </p:cNvPr>
          <p:cNvCxnSpPr>
            <a:cxnSpLocks/>
          </p:cNvCxnSpPr>
          <p:nvPr userDrawn="1"/>
        </p:nvCxnSpPr>
        <p:spPr>
          <a:xfrm flipH="1">
            <a:off x="631717" y="1990800"/>
            <a:ext cx="4680000" cy="0"/>
          </a:xfrm>
          <a:prstGeom prst="line">
            <a:avLst/>
          </a:prstGeom>
          <a:ln>
            <a:solidFill>
              <a:srgbClr val="2D5C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38F6D538-058B-3F4E-8143-AB637C3994C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56482" y="1621777"/>
            <a:ext cx="4835006" cy="318100"/>
          </a:xfrm>
        </p:spPr>
        <p:txBody>
          <a:bodyPr wrap="square" anchor="b">
            <a:spAutoFit/>
          </a:bodyPr>
          <a:lstStyle>
            <a:lvl1pPr marL="15875" indent="-15875">
              <a:buNone/>
              <a:tabLst/>
              <a:defRPr lang="en-GB" sz="1600" b="1" kern="1200" cap="all" baseline="0" dirty="0" smtClean="0">
                <a:solidFill>
                  <a:srgbClr val="2D5CA7"/>
                </a:solidFill>
                <a:latin typeface="AvenirNext LT Pro Medium" panose="020B05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fr-FR" noProof="0" dirty="0"/>
              <a:t>Cliquez ici pour ajouter le sous-titre</a:t>
            </a:r>
          </a:p>
        </p:txBody>
      </p:sp>
      <p:cxnSp>
        <p:nvCxnSpPr>
          <p:cNvPr id="27" name="Conector recto 32">
            <a:extLst>
              <a:ext uri="{FF2B5EF4-FFF2-40B4-BE49-F238E27FC236}">
                <a16:creationId xmlns:a16="http://schemas.microsoft.com/office/drawing/2014/main" id="{B7C39650-263D-4946-8FC9-D52F655FDA10}"/>
              </a:ext>
            </a:extLst>
          </p:cNvPr>
          <p:cNvCxnSpPr>
            <a:cxnSpLocks/>
          </p:cNvCxnSpPr>
          <p:nvPr userDrawn="1"/>
        </p:nvCxnSpPr>
        <p:spPr>
          <a:xfrm flipH="1">
            <a:off x="6710783" y="1990800"/>
            <a:ext cx="4680000" cy="0"/>
          </a:xfrm>
          <a:prstGeom prst="line">
            <a:avLst/>
          </a:prstGeom>
          <a:ln>
            <a:solidFill>
              <a:srgbClr val="2D5CA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118">
            <a:extLst>
              <a:ext uri="{FF2B5EF4-FFF2-40B4-BE49-F238E27FC236}">
                <a16:creationId xmlns:a16="http://schemas.microsoft.com/office/drawing/2014/main" id="{C33220C1-4154-434F-A6CC-911E945CD0B4}"/>
              </a:ext>
            </a:extLst>
          </p:cNvPr>
          <p:cNvCxnSpPr>
            <a:cxnSpLocks/>
          </p:cNvCxnSpPr>
          <p:nvPr userDrawn="1"/>
        </p:nvCxnSpPr>
        <p:spPr>
          <a:xfrm>
            <a:off x="1113865" y="6477964"/>
            <a:ext cx="0" cy="158400"/>
          </a:xfrm>
          <a:prstGeom prst="line">
            <a:avLst/>
          </a:prstGeom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Marcador de número de diapositiva 5">
            <a:extLst>
              <a:ext uri="{FF2B5EF4-FFF2-40B4-BE49-F238E27FC236}">
                <a16:creationId xmlns:a16="http://schemas.microsoft.com/office/drawing/2014/main" id="{30DC21F2-DFDC-9E43-A37C-51CA73D45D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9492" y="6346658"/>
            <a:ext cx="636447" cy="365125"/>
          </a:xfrm>
          <a:prstGeom prst="rect">
            <a:avLst/>
          </a:prstGeom>
        </p:spPr>
        <p:txBody>
          <a:bodyPr anchor="ctr"/>
          <a:lstStyle>
            <a:lvl1pPr algn="r">
              <a:defRPr lang="en-GB" sz="9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50B9D9B-824C-437E-B87C-640CB12706FF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8FE6E123-29D0-2242-BD98-289C2628E7A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7850" y="2332038"/>
            <a:ext cx="4903788" cy="3375025"/>
          </a:xfrm>
        </p:spPr>
        <p:txBody>
          <a:bodyPr/>
          <a:lstStyle>
            <a:lvl1pPr>
              <a:buClr>
                <a:srgbClr val="2D5CA7"/>
              </a:buClr>
              <a:defRPr/>
            </a:lvl1pPr>
            <a:lvl2pPr>
              <a:buClr>
                <a:srgbClr val="2D5CA7"/>
              </a:buClr>
              <a:defRPr/>
            </a:lvl2pPr>
            <a:lvl3pPr>
              <a:buClr>
                <a:srgbClr val="2D5CA7"/>
              </a:buClr>
              <a:defRPr/>
            </a:lvl3pPr>
            <a:lvl4pPr>
              <a:buClr>
                <a:srgbClr val="2D5CA7"/>
              </a:buClr>
              <a:defRPr/>
            </a:lvl4pPr>
            <a:lvl5pPr>
              <a:buClr>
                <a:srgbClr val="2D5CA7"/>
              </a:buClr>
              <a:defRPr/>
            </a:lvl5pPr>
          </a:lstStyle>
          <a:p>
            <a:pPr lvl="0"/>
            <a:r>
              <a:rPr lang="fr-FR" noProof="0" dirty="0"/>
              <a:t>Cliquez ici pour ajouter du texte</a:t>
            </a:r>
          </a:p>
          <a:p>
            <a:pPr lvl="1"/>
            <a:r>
              <a:rPr lang="fr-FR" noProof="0" dirty="0"/>
              <a:t>Niveau 1</a:t>
            </a:r>
          </a:p>
          <a:p>
            <a:pPr lvl="2"/>
            <a:r>
              <a:rPr lang="fr-FR" noProof="0" dirty="0"/>
              <a:t>Niveau 2</a:t>
            </a:r>
          </a:p>
          <a:p>
            <a:pPr lvl="3"/>
            <a:r>
              <a:rPr lang="fr-FR" noProof="0" dirty="0"/>
              <a:t>Niveau 3</a:t>
            </a:r>
          </a:p>
          <a:p>
            <a:pPr lvl="4"/>
            <a:r>
              <a:rPr lang="fr-FR" noProof="0" dirty="0"/>
              <a:t>Niveau 4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5D0ECFDD-41C8-3B43-9F9F-D7E3D1C57F6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11181" y="2332038"/>
            <a:ext cx="4903788" cy="3375025"/>
          </a:xfrm>
        </p:spPr>
        <p:txBody>
          <a:bodyPr/>
          <a:lstStyle>
            <a:lvl1pPr>
              <a:buClr>
                <a:srgbClr val="2D5CA7"/>
              </a:buClr>
              <a:defRPr/>
            </a:lvl1pPr>
            <a:lvl2pPr>
              <a:buClr>
                <a:srgbClr val="2D5CA7"/>
              </a:buClr>
              <a:defRPr/>
            </a:lvl2pPr>
            <a:lvl3pPr>
              <a:buClr>
                <a:srgbClr val="2D5CA7"/>
              </a:buClr>
              <a:defRPr/>
            </a:lvl3pPr>
            <a:lvl4pPr>
              <a:buClr>
                <a:srgbClr val="2D5CA7"/>
              </a:buClr>
              <a:defRPr/>
            </a:lvl4pPr>
            <a:lvl5pPr>
              <a:buClr>
                <a:srgbClr val="2D5CA7"/>
              </a:buClr>
              <a:defRPr/>
            </a:lvl5pPr>
          </a:lstStyle>
          <a:p>
            <a:pPr lvl="0"/>
            <a:r>
              <a:rPr lang="fr-FR" noProof="0" dirty="0"/>
              <a:t>Cliquez ici pour ajouter du texte</a:t>
            </a:r>
          </a:p>
          <a:p>
            <a:pPr lvl="1"/>
            <a:r>
              <a:rPr lang="fr-FR" noProof="0" dirty="0"/>
              <a:t>Niveau 1</a:t>
            </a:r>
          </a:p>
          <a:p>
            <a:pPr lvl="2"/>
            <a:r>
              <a:rPr lang="fr-FR" noProof="0" dirty="0"/>
              <a:t>Niveau 2</a:t>
            </a:r>
          </a:p>
          <a:p>
            <a:pPr lvl="3"/>
            <a:r>
              <a:rPr lang="fr-FR" noProof="0" dirty="0"/>
              <a:t>Niveau 3</a:t>
            </a:r>
          </a:p>
          <a:p>
            <a:pPr lvl="4"/>
            <a:r>
              <a:rPr lang="fr-FR" noProof="0" dirty="0"/>
              <a:t>Niveau 4</a:t>
            </a:r>
          </a:p>
        </p:txBody>
      </p:sp>
      <p:sp>
        <p:nvSpPr>
          <p:cNvPr id="22" name="Marcador de pie de página 4">
            <a:extLst>
              <a:ext uri="{FF2B5EF4-FFF2-40B4-BE49-F238E27FC236}">
                <a16:creationId xmlns:a16="http://schemas.microsoft.com/office/drawing/2014/main" id="{CF6BF73C-F84E-4624-8F6F-43B3C77E7A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86532" y="6346658"/>
            <a:ext cx="6706631" cy="365125"/>
          </a:xfrm>
          <a:prstGeom prst="rect">
            <a:avLst/>
          </a:prstGeom>
        </p:spPr>
        <p:txBody>
          <a:bodyPr anchor="ctr"/>
          <a:lstStyle>
            <a:lvl1pPr algn="l">
              <a:defRPr lang="en-GB" sz="900" b="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Niveau de confidentialité – Titre de la présentation</a:t>
            </a:r>
          </a:p>
        </p:txBody>
      </p:sp>
    </p:spTree>
    <p:extLst>
      <p:ext uri="{BB962C8B-B14F-4D97-AF65-F5344CB8AC3E}">
        <p14:creationId xmlns:p14="http://schemas.microsoft.com/office/powerpoint/2010/main" val="33536838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3 tex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1DF5837B-6883-4E05-BC56-E57E1E1B0AB7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011DCE6B-B522-324A-A82C-E77D3D3FF0C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12192000" cy="6858000"/>
            </a:xfrm>
            <a:custGeom>
              <a:avLst/>
              <a:gdLst>
                <a:gd name="connsiteX0" fmla="*/ 8485633 w 12192000"/>
                <a:gd name="connsiteY0" fmla="*/ 5423665 h 6858000"/>
                <a:gd name="connsiteX1" fmla="*/ 8485633 w 12192000"/>
                <a:gd name="connsiteY1" fmla="*/ 6281928 h 6858000"/>
                <a:gd name="connsiteX2" fmla="*/ 10266745 w 12192000"/>
                <a:gd name="connsiteY2" fmla="*/ 6281928 h 6858000"/>
                <a:gd name="connsiteX3" fmla="*/ 10266745 w 12192000"/>
                <a:gd name="connsiteY3" fmla="*/ 5423665 h 6858000"/>
                <a:gd name="connsiteX4" fmla="*/ 0 w 12192000"/>
                <a:gd name="connsiteY4" fmla="*/ 0 h 6858000"/>
                <a:gd name="connsiteX5" fmla="*/ 12192000 w 12192000"/>
                <a:gd name="connsiteY5" fmla="*/ 0 h 6858000"/>
                <a:gd name="connsiteX6" fmla="*/ 12192000 w 12192000"/>
                <a:gd name="connsiteY6" fmla="*/ 6858000 h 6858000"/>
                <a:gd name="connsiteX7" fmla="*/ 0 w 12192000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8000">
                  <a:moveTo>
                    <a:pt x="8485633" y="5423665"/>
                  </a:moveTo>
                  <a:lnTo>
                    <a:pt x="8485633" y="6281928"/>
                  </a:lnTo>
                  <a:lnTo>
                    <a:pt x="10266745" y="6281928"/>
                  </a:lnTo>
                  <a:lnTo>
                    <a:pt x="10266745" y="5423665"/>
                  </a:ln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BA75A4D-48E2-4FE2-A83D-DA5E595C9B84}"/>
                </a:ext>
              </a:extLst>
            </p:cNvPr>
            <p:cNvSpPr/>
            <p:nvPr userDrawn="1"/>
          </p:nvSpPr>
          <p:spPr>
            <a:xfrm>
              <a:off x="8672446" y="6260127"/>
              <a:ext cx="636447" cy="5978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15" name="Imagen 2">
            <a:extLst>
              <a:ext uri="{FF2B5EF4-FFF2-40B4-BE49-F238E27FC236}">
                <a16:creationId xmlns:a16="http://schemas.microsoft.com/office/drawing/2014/main" id="{660D618D-75F6-E948-BBCF-80C98768A1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47515" y="6329592"/>
            <a:ext cx="1261240" cy="431201"/>
          </a:xfrm>
          <a:prstGeom prst="rect">
            <a:avLst/>
          </a:prstGeom>
        </p:spPr>
      </p:pic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AC2E6B08-F38A-E048-9732-4232B98FBC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7415" y="700469"/>
            <a:ext cx="10903386" cy="525462"/>
          </a:xfrm>
        </p:spPr>
        <p:txBody>
          <a:bodyPr/>
          <a:lstStyle>
            <a:lvl1pPr marL="15875" indent="-15875">
              <a:buNone/>
              <a:tabLst/>
              <a:defRPr lang="en-GB" sz="2800" b="1" kern="1200" dirty="0" smtClean="0">
                <a:solidFill>
                  <a:srgbClr val="E30613"/>
                </a:solidFill>
                <a:latin typeface="AvenirNext LT Pro Medium" panose="020B0504020202020204" pitchFamily="34" charset="0"/>
                <a:ea typeface="+mn-ea"/>
                <a:cs typeface="+mn-cs"/>
              </a:defRPr>
            </a:lvl1pPr>
            <a:lvl2pPr>
              <a:buNone/>
              <a:defRPr/>
            </a:lvl2pPr>
          </a:lstStyle>
          <a:p>
            <a:pPr lvl="0"/>
            <a:r>
              <a:rPr lang="fr-FR" noProof="0"/>
              <a:t>Cliquez ici pour ajouter le titre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BCCB0714-C0D6-F043-B131-C0BA0E5CB2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7416" y="1621777"/>
            <a:ext cx="3227418" cy="318100"/>
          </a:xfrm>
        </p:spPr>
        <p:txBody>
          <a:bodyPr wrap="square" anchor="b">
            <a:spAutoFit/>
          </a:bodyPr>
          <a:lstStyle>
            <a:lvl1pPr marL="15875" indent="-15875">
              <a:buNone/>
              <a:tabLst/>
              <a:defRPr lang="en-GB" sz="1600" b="1" kern="1200" cap="all" baseline="0" dirty="0" smtClean="0">
                <a:solidFill>
                  <a:srgbClr val="6E4695"/>
                </a:solidFill>
                <a:latin typeface="AvenirNext LT Pro Medium" panose="020B05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fr-FR" noProof="0" dirty="0"/>
              <a:t>ajouter le sous-titre</a:t>
            </a:r>
          </a:p>
        </p:txBody>
      </p:sp>
      <p:cxnSp>
        <p:nvCxnSpPr>
          <p:cNvPr id="20" name="Conector recto 32">
            <a:extLst>
              <a:ext uri="{FF2B5EF4-FFF2-40B4-BE49-F238E27FC236}">
                <a16:creationId xmlns:a16="http://schemas.microsoft.com/office/drawing/2014/main" id="{70DACADD-8720-354C-B9AC-5C18B949C9B7}"/>
              </a:ext>
            </a:extLst>
          </p:cNvPr>
          <p:cNvCxnSpPr>
            <a:cxnSpLocks/>
          </p:cNvCxnSpPr>
          <p:nvPr userDrawn="1"/>
        </p:nvCxnSpPr>
        <p:spPr>
          <a:xfrm flipH="1">
            <a:off x="631717" y="1990800"/>
            <a:ext cx="3060000" cy="0"/>
          </a:xfrm>
          <a:prstGeom prst="line">
            <a:avLst/>
          </a:prstGeom>
          <a:ln>
            <a:solidFill>
              <a:srgbClr val="6E46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17">
            <a:extLst>
              <a:ext uri="{FF2B5EF4-FFF2-40B4-BE49-F238E27FC236}">
                <a16:creationId xmlns:a16="http://schemas.microsoft.com/office/drawing/2014/main" id="{6B42E3F9-F661-D547-81B6-2B50E40CA8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21878" y="1621777"/>
            <a:ext cx="3227418" cy="318100"/>
          </a:xfrm>
        </p:spPr>
        <p:txBody>
          <a:bodyPr wrap="square" anchor="b">
            <a:spAutoFit/>
          </a:bodyPr>
          <a:lstStyle>
            <a:lvl1pPr marL="15875" indent="-15875">
              <a:buNone/>
              <a:tabLst/>
              <a:defRPr lang="en-GB" sz="1600" b="1" kern="1200" cap="all" baseline="0" dirty="0" smtClean="0">
                <a:solidFill>
                  <a:srgbClr val="6E4695"/>
                </a:solidFill>
                <a:latin typeface="AvenirNext LT Pro Medium" panose="020B05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fr-FR" noProof="0" dirty="0"/>
              <a:t>ajouter le sous-titre</a:t>
            </a:r>
          </a:p>
        </p:txBody>
      </p:sp>
      <p:cxnSp>
        <p:nvCxnSpPr>
          <p:cNvPr id="30" name="Conector recto 32">
            <a:extLst>
              <a:ext uri="{FF2B5EF4-FFF2-40B4-BE49-F238E27FC236}">
                <a16:creationId xmlns:a16="http://schemas.microsoft.com/office/drawing/2014/main" id="{5D60BF57-DD1F-AF4A-9071-FE06C6F88EAB}"/>
              </a:ext>
            </a:extLst>
          </p:cNvPr>
          <p:cNvCxnSpPr>
            <a:cxnSpLocks/>
          </p:cNvCxnSpPr>
          <p:nvPr userDrawn="1"/>
        </p:nvCxnSpPr>
        <p:spPr>
          <a:xfrm flipH="1">
            <a:off x="4676179" y="1990800"/>
            <a:ext cx="3060000" cy="0"/>
          </a:xfrm>
          <a:prstGeom prst="line">
            <a:avLst/>
          </a:prstGeom>
          <a:ln>
            <a:solidFill>
              <a:srgbClr val="6E46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3C97C080-BC78-864D-9871-E99343CE16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18145" y="1621777"/>
            <a:ext cx="3227418" cy="318100"/>
          </a:xfrm>
        </p:spPr>
        <p:txBody>
          <a:bodyPr wrap="square" anchor="b">
            <a:spAutoFit/>
          </a:bodyPr>
          <a:lstStyle>
            <a:lvl1pPr marL="15875" indent="-15875">
              <a:buNone/>
              <a:tabLst/>
              <a:defRPr lang="en-GB" sz="1600" b="1" kern="1200" cap="all" baseline="0" dirty="0" smtClean="0">
                <a:solidFill>
                  <a:srgbClr val="6E4695"/>
                </a:solidFill>
                <a:latin typeface="AvenirNext LT Pro Medium" panose="020B05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fr-FR" noProof="0" dirty="0"/>
              <a:t>ajouter le sous-titre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1BD0AC0F-0701-1844-AF14-C0233C1A7DD4}"/>
              </a:ext>
            </a:extLst>
          </p:cNvPr>
          <p:cNvCxnSpPr>
            <a:cxnSpLocks/>
          </p:cNvCxnSpPr>
          <p:nvPr userDrawn="1"/>
        </p:nvCxnSpPr>
        <p:spPr>
          <a:xfrm flipH="1">
            <a:off x="8672446" y="1990800"/>
            <a:ext cx="3060000" cy="0"/>
          </a:xfrm>
          <a:prstGeom prst="line">
            <a:avLst/>
          </a:prstGeom>
          <a:ln>
            <a:solidFill>
              <a:srgbClr val="6E469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118">
            <a:extLst>
              <a:ext uri="{FF2B5EF4-FFF2-40B4-BE49-F238E27FC236}">
                <a16:creationId xmlns:a16="http://schemas.microsoft.com/office/drawing/2014/main" id="{F3CFDA29-09E1-324C-9AE6-D52E7DB351A8}"/>
              </a:ext>
            </a:extLst>
          </p:cNvPr>
          <p:cNvCxnSpPr>
            <a:cxnSpLocks/>
          </p:cNvCxnSpPr>
          <p:nvPr userDrawn="1"/>
        </p:nvCxnSpPr>
        <p:spPr>
          <a:xfrm>
            <a:off x="1113865" y="6477964"/>
            <a:ext cx="0" cy="158400"/>
          </a:xfrm>
          <a:prstGeom prst="line">
            <a:avLst/>
          </a:prstGeom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Marcador de número de diapositiva 5">
            <a:extLst>
              <a:ext uri="{FF2B5EF4-FFF2-40B4-BE49-F238E27FC236}">
                <a16:creationId xmlns:a16="http://schemas.microsoft.com/office/drawing/2014/main" id="{630B2F27-A1BB-EF44-87C6-8637389CE1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9492" y="6346658"/>
            <a:ext cx="636447" cy="365125"/>
          </a:xfrm>
          <a:prstGeom prst="rect">
            <a:avLst/>
          </a:prstGeom>
        </p:spPr>
        <p:txBody>
          <a:bodyPr anchor="ctr"/>
          <a:lstStyle>
            <a:lvl1pPr algn="r">
              <a:defRPr lang="en-GB" sz="9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50B9D9B-824C-437E-B87C-640CB12706FF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83DCC7ED-52F2-9343-A6D1-E0CC90D50D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7850" y="2332038"/>
            <a:ext cx="3226979" cy="3375025"/>
          </a:xfrm>
        </p:spPr>
        <p:txBody>
          <a:bodyPr/>
          <a:lstStyle>
            <a:lvl1pPr>
              <a:buClr>
                <a:srgbClr val="6E4695"/>
              </a:buClr>
              <a:defRPr/>
            </a:lvl1pPr>
            <a:lvl2pPr>
              <a:buClr>
                <a:srgbClr val="6E4695"/>
              </a:buClr>
              <a:defRPr/>
            </a:lvl2pPr>
            <a:lvl3pPr>
              <a:buClr>
                <a:srgbClr val="6E4695"/>
              </a:buClr>
              <a:defRPr/>
            </a:lvl3pPr>
            <a:lvl4pPr>
              <a:buClr>
                <a:srgbClr val="6E4695"/>
              </a:buClr>
              <a:defRPr/>
            </a:lvl4pPr>
            <a:lvl5pPr>
              <a:buClr>
                <a:srgbClr val="6E4695"/>
              </a:buClr>
              <a:defRPr/>
            </a:lvl5pPr>
          </a:lstStyle>
          <a:p>
            <a:pPr lvl="0"/>
            <a:r>
              <a:rPr lang="fr-FR" noProof="0" dirty="0"/>
              <a:t>Cliquez ici pour ajouter du texte</a:t>
            </a:r>
          </a:p>
          <a:p>
            <a:pPr lvl="1"/>
            <a:r>
              <a:rPr lang="fr-FR" noProof="0" dirty="0"/>
              <a:t>Niveau 1</a:t>
            </a:r>
          </a:p>
          <a:p>
            <a:pPr lvl="2"/>
            <a:r>
              <a:rPr lang="fr-FR" noProof="0" dirty="0"/>
              <a:t>Niveau 2</a:t>
            </a:r>
          </a:p>
          <a:p>
            <a:pPr lvl="3"/>
            <a:r>
              <a:rPr lang="fr-FR" noProof="0" dirty="0"/>
              <a:t>Niveau 3</a:t>
            </a:r>
          </a:p>
          <a:p>
            <a:pPr lvl="4"/>
            <a:r>
              <a:rPr lang="fr-FR" noProof="0" dirty="0"/>
              <a:t>Niveau 4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E794A877-6204-9247-8B6E-4A8A1474EF1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620010" y="2332038"/>
            <a:ext cx="3226979" cy="3375025"/>
          </a:xfrm>
        </p:spPr>
        <p:txBody>
          <a:bodyPr/>
          <a:lstStyle>
            <a:lvl1pPr>
              <a:buClr>
                <a:srgbClr val="6E4695"/>
              </a:buClr>
              <a:defRPr/>
            </a:lvl1pPr>
            <a:lvl2pPr>
              <a:buClr>
                <a:srgbClr val="6E4695"/>
              </a:buClr>
              <a:defRPr/>
            </a:lvl2pPr>
            <a:lvl3pPr>
              <a:buClr>
                <a:srgbClr val="6E4695"/>
              </a:buClr>
              <a:defRPr/>
            </a:lvl3pPr>
            <a:lvl4pPr>
              <a:buClr>
                <a:srgbClr val="6E4695"/>
              </a:buClr>
              <a:defRPr/>
            </a:lvl4pPr>
            <a:lvl5pPr>
              <a:buClr>
                <a:srgbClr val="6E4695"/>
              </a:buClr>
              <a:defRPr/>
            </a:lvl5pPr>
          </a:lstStyle>
          <a:p>
            <a:pPr lvl="0"/>
            <a:r>
              <a:rPr lang="fr-FR" noProof="0" dirty="0"/>
              <a:t>Cliquez ici pour ajouter du texte</a:t>
            </a:r>
          </a:p>
          <a:p>
            <a:pPr lvl="1"/>
            <a:r>
              <a:rPr lang="fr-FR" noProof="0" dirty="0"/>
              <a:t>Niveau 1</a:t>
            </a:r>
          </a:p>
          <a:p>
            <a:pPr lvl="2"/>
            <a:r>
              <a:rPr lang="fr-FR" noProof="0" dirty="0"/>
              <a:t>Niveau 2</a:t>
            </a:r>
          </a:p>
          <a:p>
            <a:pPr lvl="3"/>
            <a:r>
              <a:rPr lang="fr-FR" noProof="0" dirty="0"/>
              <a:t>Niveau 3</a:t>
            </a:r>
          </a:p>
          <a:p>
            <a:pPr lvl="4"/>
            <a:r>
              <a:rPr lang="fr-FR" noProof="0" dirty="0"/>
              <a:t>Niveau 4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0D1D4BC9-2C09-B441-96F2-9EE1C830DEB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36534" y="2332038"/>
            <a:ext cx="3226979" cy="3375025"/>
          </a:xfrm>
        </p:spPr>
        <p:txBody>
          <a:bodyPr/>
          <a:lstStyle>
            <a:lvl1pPr>
              <a:buClr>
                <a:srgbClr val="6E4695"/>
              </a:buClr>
              <a:defRPr/>
            </a:lvl1pPr>
            <a:lvl2pPr>
              <a:buClr>
                <a:srgbClr val="6E4695"/>
              </a:buClr>
              <a:defRPr/>
            </a:lvl2pPr>
            <a:lvl3pPr>
              <a:buClr>
                <a:srgbClr val="6E4695"/>
              </a:buClr>
              <a:defRPr/>
            </a:lvl3pPr>
            <a:lvl4pPr>
              <a:buClr>
                <a:srgbClr val="6E4695"/>
              </a:buClr>
              <a:defRPr/>
            </a:lvl4pPr>
            <a:lvl5pPr>
              <a:buClr>
                <a:srgbClr val="6E4695"/>
              </a:buClr>
              <a:defRPr/>
            </a:lvl5pPr>
          </a:lstStyle>
          <a:p>
            <a:pPr lvl="0"/>
            <a:r>
              <a:rPr lang="fr-FR" noProof="0" dirty="0"/>
              <a:t>Cliquez ici pour ajouter du texte</a:t>
            </a:r>
          </a:p>
          <a:p>
            <a:pPr lvl="1"/>
            <a:r>
              <a:rPr lang="fr-FR" noProof="0" dirty="0"/>
              <a:t>Niveau 1</a:t>
            </a:r>
          </a:p>
          <a:p>
            <a:pPr lvl="2"/>
            <a:r>
              <a:rPr lang="fr-FR" noProof="0" dirty="0"/>
              <a:t>Niveau 2</a:t>
            </a:r>
          </a:p>
          <a:p>
            <a:pPr lvl="3"/>
            <a:r>
              <a:rPr lang="fr-FR" noProof="0" dirty="0"/>
              <a:t>Niveau 3</a:t>
            </a:r>
          </a:p>
          <a:p>
            <a:pPr lvl="4"/>
            <a:r>
              <a:rPr lang="fr-FR" noProof="0" dirty="0"/>
              <a:t>Niveau 4</a:t>
            </a:r>
          </a:p>
        </p:txBody>
      </p:sp>
      <p:sp>
        <p:nvSpPr>
          <p:cNvPr id="23" name="Marcador de pie de página 4">
            <a:extLst>
              <a:ext uri="{FF2B5EF4-FFF2-40B4-BE49-F238E27FC236}">
                <a16:creationId xmlns:a16="http://schemas.microsoft.com/office/drawing/2014/main" id="{44D5577E-D026-4ECA-A8A1-E9C43386D8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86532" y="6346658"/>
            <a:ext cx="6706631" cy="365125"/>
          </a:xfrm>
          <a:prstGeom prst="rect">
            <a:avLst/>
          </a:prstGeom>
        </p:spPr>
        <p:txBody>
          <a:bodyPr anchor="ctr"/>
          <a:lstStyle>
            <a:lvl1pPr algn="l">
              <a:defRPr lang="en-GB" sz="900" b="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Niveau de confidentialité – Titre de la présentation</a:t>
            </a:r>
          </a:p>
        </p:txBody>
      </p:sp>
    </p:spTree>
    <p:extLst>
      <p:ext uri="{BB962C8B-B14F-4D97-AF65-F5344CB8AC3E}">
        <p14:creationId xmlns:p14="http://schemas.microsoft.com/office/powerpoint/2010/main" val="39203070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4 tex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55E41257-25CC-4503-BB70-654394FC37D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694AC9D9-506A-C440-ABA3-94B664DC34E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12192000" cy="6858000"/>
            </a:xfrm>
            <a:custGeom>
              <a:avLst/>
              <a:gdLst>
                <a:gd name="connsiteX0" fmla="*/ 8485633 w 12192000"/>
                <a:gd name="connsiteY0" fmla="*/ 5423665 h 6858000"/>
                <a:gd name="connsiteX1" fmla="*/ 8485633 w 12192000"/>
                <a:gd name="connsiteY1" fmla="*/ 6281928 h 6858000"/>
                <a:gd name="connsiteX2" fmla="*/ 10266745 w 12192000"/>
                <a:gd name="connsiteY2" fmla="*/ 6281928 h 6858000"/>
                <a:gd name="connsiteX3" fmla="*/ 10266745 w 12192000"/>
                <a:gd name="connsiteY3" fmla="*/ 5423665 h 6858000"/>
                <a:gd name="connsiteX4" fmla="*/ 0 w 12192000"/>
                <a:gd name="connsiteY4" fmla="*/ 0 h 6858000"/>
                <a:gd name="connsiteX5" fmla="*/ 12192000 w 12192000"/>
                <a:gd name="connsiteY5" fmla="*/ 0 h 6858000"/>
                <a:gd name="connsiteX6" fmla="*/ 12192000 w 12192000"/>
                <a:gd name="connsiteY6" fmla="*/ 6858000 h 6858000"/>
                <a:gd name="connsiteX7" fmla="*/ 0 w 12192000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8000">
                  <a:moveTo>
                    <a:pt x="8485633" y="5423665"/>
                  </a:moveTo>
                  <a:lnTo>
                    <a:pt x="8485633" y="6281928"/>
                  </a:lnTo>
                  <a:lnTo>
                    <a:pt x="10266745" y="6281928"/>
                  </a:lnTo>
                  <a:lnTo>
                    <a:pt x="10266745" y="5423665"/>
                  </a:lnTo>
                  <a:close/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close/>
                </a:path>
              </a:pathLst>
            </a:cu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B978DC7-930D-4BB2-B12D-A20D890EF2BD}"/>
                </a:ext>
              </a:extLst>
            </p:cNvPr>
            <p:cNvSpPr/>
            <p:nvPr userDrawn="1"/>
          </p:nvSpPr>
          <p:spPr>
            <a:xfrm>
              <a:off x="8672446" y="6260127"/>
              <a:ext cx="636447" cy="5978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15" name="Imagen 2">
            <a:extLst>
              <a:ext uri="{FF2B5EF4-FFF2-40B4-BE49-F238E27FC236}">
                <a16:creationId xmlns:a16="http://schemas.microsoft.com/office/drawing/2014/main" id="{660D618D-75F6-E948-BBCF-80C98768A1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47515" y="6329592"/>
            <a:ext cx="1261240" cy="431201"/>
          </a:xfrm>
          <a:prstGeom prst="rect">
            <a:avLst/>
          </a:prstGeom>
        </p:spPr>
      </p:pic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AC2E6B08-F38A-E048-9732-4232B98FBC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7415" y="700469"/>
            <a:ext cx="10903386" cy="525462"/>
          </a:xfrm>
        </p:spPr>
        <p:txBody>
          <a:bodyPr/>
          <a:lstStyle>
            <a:lvl1pPr marL="15875" indent="-15875">
              <a:buNone/>
              <a:tabLst/>
              <a:defRPr lang="en-GB" sz="2800" b="1" kern="1200" dirty="0" smtClean="0">
                <a:solidFill>
                  <a:srgbClr val="E30613"/>
                </a:solidFill>
                <a:latin typeface="AvenirNext LT Pro Medium" panose="020B0504020202020204" pitchFamily="34" charset="0"/>
                <a:ea typeface="+mn-ea"/>
                <a:cs typeface="+mn-cs"/>
              </a:defRPr>
            </a:lvl1pPr>
            <a:lvl2pPr>
              <a:buNone/>
              <a:defRPr/>
            </a:lvl2pPr>
          </a:lstStyle>
          <a:p>
            <a:pPr lvl="0"/>
            <a:r>
              <a:rPr lang="fi-FI" noProof="0"/>
              <a:t>Cliquez ici pour ajouter le titre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BCCB0714-C0D6-F043-B131-C0BA0E5CB2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7416" y="1621777"/>
            <a:ext cx="2179227" cy="318100"/>
          </a:xfrm>
        </p:spPr>
        <p:txBody>
          <a:bodyPr wrap="square" anchor="b">
            <a:spAutoFit/>
          </a:bodyPr>
          <a:lstStyle>
            <a:lvl1pPr marL="15875" indent="-15875">
              <a:buNone/>
              <a:tabLst/>
              <a:defRPr lang="en-GB" sz="1600" b="1" kern="1200" cap="all" baseline="0" dirty="0" smtClean="0">
                <a:solidFill>
                  <a:srgbClr val="40B496"/>
                </a:solidFill>
                <a:latin typeface="AvenirNext LT Pro Medium" panose="020B05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fr-FR" noProof="0" dirty="0"/>
              <a:t>le sous-titre</a:t>
            </a:r>
          </a:p>
        </p:txBody>
      </p:sp>
      <p:cxnSp>
        <p:nvCxnSpPr>
          <p:cNvPr id="21" name="Conector recto 32">
            <a:extLst>
              <a:ext uri="{FF2B5EF4-FFF2-40B4-BE49-F238E27FC236}">
                <a16:creationId xmlns:a16="http://schemas.microsoft.com/office/drawing/2014/main" id="{2568DB8C-AA6C-4A4D-AA25-B55888E754CD}"/>
              </a:ext>
            </a:extLst>
          </p:cNvPr>
          <p:cNvCxnSpPr>
            <a:cxnSpLocks/>
          </p:cNvCxnSpPr>
          <p:nvPr userDrawn="1"/>
        </p:nvCxnSpPr>
        <p:spPr>
          <a:xfrm flipH="1">
            <a:off x="631717" y="1990800"/>
            <a:ext cx="2124930" cy="0"/>
          </a:xfrm>
          <a:prstGeom prst="line">
            <a:avLst/>
          </a:prstGeom>
          <a:ln>
            <a:solidFill>
              <a:srgbClr val="40B4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17">
            <a:extLst>
              <a:ext uri="{FF2B5EF4-FFF2-40B4-BE49-F238E27FC236}">
                <a16:creationId xmlns:a16="http://schemas.microsoft.com/office/drawing/2014/main" id="{25BE0E31-4819-8E4C-A830-94ECDD4D73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99929" y="1621777"/>
            <a:ext cx="2179227" cy="318100"/>
          </a:xfrm>
        </p:spPr>
        <p:txBody>
          <a:bodyPr wrap="square" anchor="b">
            <a:spAutoFit/>
          </a:bodyPr>
          <a:lstStyle>
            <a:lvl1pPr marL="15875" indent="-15875">
              <a:buNone/>
              <a:tabLst/>
              <a:defRPr lang="en-GB" sz="1600" b="1" kern="1200" cap="all" baseline="0" dirty="0" smtClean="0">
                <a:solidFill>
                  <a:srgbClr val="40B496"/>
                </a:solidFill>
                <a:latin typeface="AvenirNext LT Pro Medium" panose="020B05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fr-FR" noProof="0" dirty="0"/>
              <a:t>le sous-titre</a:t>
            </a:r>
          </a:p>
        </p:txBody>
      </p:sp>
      <p:cxnSp>
        <p:nvCxnSpPr>
          <p:cNvPr id="39" name="Conector recto 32">
            <a:extLst>
              <a:ext uri="{FF2B5EF4-FFF2-40B4-BE49-F238E27FC236}">
                <a16:creationId xmlns:a16="http://schemas.microsoft.com/office/drawing/2014/main" id="{7165C1D3-F147-D64A-9AFB-BF8D949526DF}"/>
              </a:ext>
            </a:extLst>
          </p:cNvPr>
          <p:cNvCxnSpPr>
            <a:cxnSpLocks/>
          </p:cNvCxnSpPr>
          <p:nvPr userDrawn="1"/>
        </p:nvCxnSpPr>
        <p:spPr>
          <a:xfrm flipH="1">
            <a:off x="3554230" y="1990800"/>
            <a:ext cx="2124930" cy="0"/>
          </a:xfrm>
          <a:prstGeom prst="line">
            <a:avLst/>
          </a:prstGeom>
          <a:ln>
            <a:solidFill>
              <a:srgbClr val="40B4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 Placeholder 17">
            <a:extLst>
              <a:ext uri="{FF2B5EF4-FFF2-40B4-BE49-F238E27FC236}">
                <a16:creationId xmlns:a16="http://schemas.microsoft.com/office/drawing/2014/main" id="{AB74374B-8D05-C34C-A950-BF778FA5C1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03149" y="1621777"/>
            <a:ext cx="2179227" cy="318100"/>
          </a:xfrm>
        </p:spPr>
        <p:txBody>
          <a:bodyPr wrap="square" anchor="b">
            <a:spAutoFit/>
          </a:bodyPr>
          <a:lstStyle>
            <a:lvl1pPr marL="15875" indent="-15875">
              <a:buNone/>
              <a:tabLst/>
              <a:defRPr lang="en-GB" sz="1600" b="1" kern="1200" cap="all" baseline="0" dirty="0" smtClean="0">
                <a:solidFill>
                  <a:srgbClr val="40B496"/>
                </a:solidFill>
                <a:latin typeface="AvenirNext LT Pro Medium" panose="020B05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fr-FR" noProof="0" dirty="0"/>
              <a:t>le sous-titre</a:t>
            </a:r>
          </a:p>
        </p:txBody>
      </p:sp>
      <p:cxnSp>
        <p:nvCxnSpPr>
          <p:cNvPr id="42" name="Conector recto 32">
            <a:extLst>
              <a:ext uri="{FF2B5EF4-FFF2-40B4-BE49-F238E27FC236}">
                <a16:creationId xmlns:a16="http://schemas.microsoft.com/office/drawing/2014/main" id="{03997881-78CE-8645-93F7-69A19EEC517D}"/>
              </a:ext>
            </a:extLst>
          </p:cNvPr>
          <p:cNvCxnSpPr>
            <a:cxnSpLocks/>
          </p:cNvCxnSpPr>
          <p:nvPr userDrawn="1"/>
        </p:nvCxnSpPr>
        <p:spPr>
          <a:xfrm flipH="1">
            <a:off x="6457450" y="1990800"/>
            <a:ext cx="2124930" cy="0"/>
          </a:xfrm>
          <a:prstGeom prst="line">
            <a:avLst/>
          </a:prstGeom>
          <a:ln>
            <a:solidFill>
              <a:srgbClr val="40B4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 Placeholder 17">
            <a:extLst>
              <a:ext uri="{FF2B5EF4-FFF2-40B4-BE49-F238E27FC236}">
                <a16:creationId xmlns:a16="http://schemas.microsoft.com/office/drawing/2014/main" id="{FD244572-B5D7-F846-83A4-069D12AB7E9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283509" y="1621777"/>
            <a:ext cx="2179227" cy="318100"/>
          </a:xfrm>
        </p:spPr>
        <p:txBody>
          <a:bodyPr wrap="square" anchor="b">
            <a:spAutoFit/>
          </a:bodyPr>
          <a:lstStyle>
            <a:lvl1pPr marL="15875" indent="-15875">
              <a:buNone/>
              <a:tabLst/>
              <a:defRPr lang="en-GB" sz="1600" b="1" kern="1200" cap="all" baseline="0" dirty="0" smtClean="0">
                <a:solidFill>
                  <a:srgbClr val="40B496"/>
                </a:solidFill>
                <a:latin typeface="AvenirNext LT Pro Medium" panose="020B05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fr-FR" noProof="0" dirty="0"/>
              <a:t>le sous-titre</a:t>
            </a:r>
          </a:p>
        </p:txBody>
      </p:sp>
      <p:cxnSp>
        <p:nvCxnSpPr>
          <p:cNvPr id="45" name="Conector recto 32">
            <a:extLst>
              <a:ext uri="{FF2B5EF4-FFF2-40B4-BE49-F238E27FC236}">
                <a16:creationId xmlns:a16="http://schemas.microsoft.com/office/drawing/2014/main" id="{33460C37-FC94-3C48-B2B1-C45BFA002FCE}"/>
              </a:ext>
            </a:extLst>
          </p:cNvPr>
          <p:cNvCxnSpPr>
            <a:cxnSpLocks/>
          </p:cNvCxnSpPr>
          <p:nvPr userDrawn="1"/>
        </p:nvCxnSpPr>
        <p:spPr>
          <a:xfrm flipH="1">
            <a:off x="9337810" y="1990800"/>
            <a:ext cx="2124930" cy="0"/>
          </a:xfrm>
          <a:prstGeom prst="line">
            <a:avLst/>
          </a:prstGeom>
          <a:ln>
            <a:solidFill>
              <a:srgbClr val="40B4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cto 118">
            <a:extLst>
              <a:ext uri="{FF2B5EF4-FFF2-40B4-BE49-F238E27FC236}">
                <a16:creationId xmlns:a16="http://schemas.microsoft.com/office/drawing/2014/main" id="{3321061E-3CF7-4A47-86B6-9FBFE92C79FA}"/>
              </a:ext>
            </a:extLst>
          </p:cNvPr>
          <p:cNvCxnSpPr>
            <a:cxnSpLocks/>
          </p:cNvCxnSpPr>
          <p:nvPr userDrawn="1"/>
        </p:nvCxnSpPr>
        <p:spPr>
          <a:xfrm>
            <a:off x="1113865" y="6477964"/>
            <a:ext cx="0" cy="158400"/>
          </a:xfrm>
          <a:prstGeom prst="line">
            <a:avLst/>
          </a:prstGeom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Marcador de número de diapositiva 5">
            <a:extLst>
              <a:ext uri="{FF2B5EF4-FFF2-40B4-BE49-F238E27FC236}">
                <a16:creationId xmlns:a16="http://schemas.microsoft.com/office/drawing/2014/main" id="{1C866543-4512-BF41-A39B-3684B897B7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9492" y="6346658"/>
            <a:ext cx="636447" cy="365125"/>
          </a:xfrm>
          <a:prstGeom prst="rect">
            <a:avLst/>
          </a:prstGeom>
        </p:spPr>
        <p:txBody>
          <a:bodyPr anchor="ctr"/>
          <a:lstStyle>
            <a:lvl1pPr algn="r">
              <a:defRPr lang="en-GB" sz="9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50B9D9B-824C-437E-B87C-640CB12706FF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A668B601-7CD2-334C-B2F4-CDA4B8C12F4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7850" y="2332038"/>
            <a:ext cx="2178791" cy="3375025"/>
          </a:xfrm>
        </p:spPr>
        <p:txBody>
          <a:bodyPr/>
          <a:lstStyle>
            <a:lvl1pPr>
              <a:buClr>
                <a:schemeClr val="accent3"/>
              </a:buClr>
              <a:defRPr/>
            </a:lvl1pPr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>
              <a:buClr>
                <a:srgbClr val="2D5CA7"/>
              </a:buClr>
              <a:defRPr/>
            </a:lvl4pPr>
            <a:lvl5pPr>
              <a:buClr>
                <a:srgbClr val="2D5CA7"/>
              </a:buClr>
              <a:defRPr/>
            </a:lvl5pPr>
          </a:lstStyle>
          <a:p>
            <a:pPr lvl="0"/>
            <a:r>
              <a:rPr lang="fr-FR" noProof="0" dirty="0"/>
              <a:t>Cliquez ici pour ajouter du texte</a:t>
            </a:r>
          </a:p>
          <a:p>
            <a:pPr lvl="1"/>
            <a:r>
              <a:rPr lang="fr-FR" noProof="0" dirty="0"/>
              <a:t>Niveau 1</a:t>
            </a:r>
          </a:p>
          <a:p>
            <a:pPr lvl="2"/>
            <a:r>
              <a:rPr lang="fr-FR" noProof="0" dirty="0"/>
              <a:t>Niveau 2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3BAEDE1-D386-F844-89A8-26FED3233E7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91966" y="2332038"/>
            <a:ext cx="2178791" cy="3375025"/>
          </a:xfrm>
        </p:spPr>
        <p:txBody>
          <a:bodyPr/>
          <a:lstStyle>
            <a:lvl1pPr>
              <a:buClr>
                <a:schemeClr val="accent3"/>
              </a:buClr>
              <a:defRPr/>
            </a:lvl1pPr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>
              <a:buClr>
                <a:srgbClr val="2D5CA7"/>
              </a:buClr>
              <a:defRPr/>
            </a:lvl4pPr>
            <a:lvl5pPr>
              <a:buClr>
                <a:srgbClr val="2D5CA7"/>
              </a:buClr>
              <a:defRPr/>
            </a:lvl5pPr>
          </a:lstStyle>
          <a:p>
            <a:pPr lvl="0"/>
            <a:r>
              <a:rPr lang="fr-FR" noProof="0" dirty="0"/>
              <a:t>Cliquez ici pour ajouter du texte</a:t>
            </a:r>
          </a:p>
          <a:p>
            <a:pPr lvl="1"/>
            <a:r>
              <a:rPr lang="fr-FR" noProof="0" dirty="0"/>
              <a:t>Niveau 1</a:t>
            </a:r>
          </a:p>
          <a:p>
            <a:pPr lvl="2"/>
            <a:r>
              <a:rPr lang="fr-FR" noProof="0" dirty="0"/>
              <a:t>Niveau 2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52A4C536-5822-B142-9C9E-B44E43039D5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06082" y="2332038"/>
            <a:ext cx="2178791" cy="3375025"/>
          </a:xfrm>
        </p:spPr>
        <p:txBody>
          <a:bodyPr/>
          <a:lstStyle>
            <a:lvl1pPr>
              <a:buClr>
                <a:schemeClr val="accent3"/>
              </a:buClr>
              <a:defRPr/>
            </a:lvl1pPr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>
              <a:buClr>
                <a:srgbClr val="2D5CA7"/>
              </a:buClr>
              <a:defRPr/>
            </a:lvl4pPr>
            <a:lvl5pPr>
              <a:buClr>
                <a:srgbClr val="2D5CA7"/>
              </a:buClr>
              <a:defRPr/>
            </a:lvl5pPr>
          </a:lstStyle>
          <a:p>
            <a:pPr lvl="0"/>
            <a:r>
              <a:rPr lang="fr-FR" noProof="0" dirty="0"/>
              <a:t>Cliquez ici pour ajouter du texte</a:t>
            </a:r>
          </a:p>
          <a:p>
            <a:pPr lvl="1"/>
            <a:r>
              <a:rPr lang="fr-FR" noProof="0" dirty="0"/>
              <a:t>Niveau 1</a:t>
            </a:r>
          </a:p>
          <a:p>
            <a:pPr lvl="2"/>
            <a:r>
              <a:rPr lang="fr-FR" noProof="0" dirty="0"/>
              <a:t>Niveau 2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803F6ADB-36A4-D049-BD25-1BE5A503DB9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77469" y="2332038"/>
            <a:ext cx="2178791" cy="3375025"/>
          </a:xfrm>
        </p:spPr>
        <p:txBody>
          <a:bodyPr/>
          <a:lstStyle>
            <a:lvl1pPr>
              <a:buClr>
                <a:schemeClr val="accent3"/>
              </a:buClr>
              <a:defRPr/>
            </a:lvl1pPr>
            <a:lvl2pPr>
              <a:buClr>
                <a:schemeClr val="accent3"/>
              </a:buClr>
              <a:defRPr/>
            </a:lvl2pPr>
            <a:lvl3pPr>
              <a:buClr>
                <a:schemeClr val="accent3"/>
              </a:buClr>
              <a:defRPr/>
            </a:lvl3pPr>
            <a:lvl4pPr>
              <a:buClr>
                <a:srgbClr val="2D5CA7"/>
              </a:buClr>
              <a:defRPr/>
            </a:lvl4pPr>
            <a:lvl5pPr>
              <a:buClr>
                <a:srgbClr val="2D5CA7"/>
              </a:buClr>
              <a:defRPr/>
            </a:lvl5pPr>
          </a:lstStyle>
          <a:p>
            <a:pPr lvl="0"/>
            <a:r>
              <a:rPr lang="fr-FR" noProof="0" dirty="0"/>
              <a:t>Cliquez ici pour ajouter du texte</a:t>
            </a:r>
          </a:p>
          <a:p>
            <a:pPr lvl="1"/>
            <a:r>
              <a:rPr lang="fr-FR" noProof="0" dirty="0"/>
              <a:t>Niveau 1</a:t>
            </a:r>
          </a:p>
          <a:p>
            <a:pPr lvl="2"/>
            <a:r>
              <a:rPr lang="fr-FR" noProof="0" dirty="0"/>
              <a:t>Niveau 2</a:t>
            </a:r>
          </a:p>
        </p:txBody>
      </p:sp>
      <p:sp>
        <p:nvSpPr>
          <p:cNvPr id="25" name="Marcador de pie de página 4">
            <a:extLst>
              <a:ext uri="{FF2B5EF4-FFF2-40B4-BE49-F238E27FC236}">
                <a16:creationId xmlns:a16="http://schemas.microsoft.com/office/drawing/2014/main" id="{492DA094-337B-4548-A963-BF175A560D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86532" y="6346658"/>
            <a:ext cx="6706631" cy="365125"/>
          </a:xfrm>
          <a:prstGeom prst="rect">
            <a:avLst/>
          </a:prstGeom>
        </p:spPr>
        <p:txBody>
          <a:bodyPr anchor="ctr"/>
          <a:lstStyle>
            <a:lvl1pPr algn="l">
              <a:defRPr lang="en-GB" sz="900" b="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Niveau de confidentialité – Titre de la présentation</a:t>
            </a:r>
          </a:p>
        </p:txBody>
      </p:sp>
    </p:spTree>
    <p:extLst>
      <p:ext uri="{BB962C8B-B14F-4D97-AF65-F5344CB8AC3E}">
        <p14:creationId xmlns:p14="http://schemas.microsoft.com/office/powerpoint/2010/main" val="36880863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exte +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CA8154C7-4BD5-44A8-BD32-255892821751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2" name="Image 4">
              <a:extLst>
                <a:ext uri="{FF2B5EF4-FFF2-40B4-BE49-F238E27FC236}">
                  <a16:creationId xmlns:a16="http://schemas.microsoft.com/office/drawing/2014/main" id="{B0906F74-10E5-6643-91F0-93AD6E1255E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410F71A-E43A-48BF-81C0-74289FCA0D80}"/>
                </a:ext>
              </a:extLst>
            </p:cNvPr>
            <p:cNvSpPr/>
            <p:nvPr userDrawn="1"/>
          </p:nvSpPr>
          <p:spPr>
            <a:xfrm>
              <a:off x="8672446" y="5700123"/>
              <a:ext cx="1261240" cy="115787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11" name="Image 4">
            <a:extLst>
              <a:ext uri="{FF2B5EF4-FFF2-40B4-BE49-F238E27FC236}">
                <a16:creationId xmlns:a16="http://schemas.microsoft.com/office/drawing/2014/main" id="{7981C071-56BD-1541-B379-79A3750586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37449" y="1154210"/>
            <a:ext cx="4658987" cy="4545913"/>
          </a:xfrm>
          <a:prstGeom prst="rect">
            <a:avLst/>
          </a:prstGeom>
        </p:spPr>
      </p:pic>
      <p:cxnSp>
        <p:nvCxnSpPr>
          <p:cNvPr id="13" name="Conector recto 32">
            <a:extLst>
              <a:ext uri="{FF2B5EF4-FFF2-40B4-BE49-F238E27FC236}">
                <a16:creationId xmlns:a16="http://schemas.microsoft.com/office/drawing/2014/main" id="{52976EAE-2507-2B43-8C5E-7379E777D5BF}"/>
              </a:ext>
            </a:extLst>
          </p:cNvPr>
          <p:cNvCxnSpPr>
            <a:cxnSpLocks/>
          </p:cNvCxnSpPr>
          <p:nvPr userDrawn="1"/>
        </p:nvCxnSpPr>
        <p:spPr>
          <a:xfrm flipH="1">
            <a:off x="659730" y="1990800"/>
            <a:ext cx="5988720" cy="0"/>
          </a:xfrm>
          <a:prstGeom prst="line">
            <a:avLst/>
          </a:prstGeom>
          <a:ln>
            <a:solidFill>
              <a:srgbClr val="008C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Imagen 2">
            <a:extLst>
              <a:ext uri="{FF2B5EF4-FFF2-40B4-BE49-F238E27FC236}">
                <a16:creationId xmlns:a16="http://schemas.microsoft.com/office/drawing/2014/main" id="{660D618D-75F6-E948-BBCF-80C98768A1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47515" y="6329592"/>
            <a:ext cx="1261240" cy="431201"/>
          </a:xfrm>
          <a:prstGeom prst="rect">
            <a:avLst/>
          </a:prstGeom>
        </p:spPr>
      </p:pic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AC2E6B08-F38A-E048-9732-4232B98FBC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7415" y="700469"/>
            <a:ext cx="10903386" cy="525462"/>
          </a:xfrm>
        </p:spPr>
        <p:txBody>
          <a:bodyPr/>
          <a:lstStyle>
            <a:lvl1pPr marL="15875" indent="-15875">
              <a:buNone/>
              <a:tabLst/>
              <a:defRPr lang="en-GB" sz="2800" b="1" kern="1200" dirty="0" smtClean="0">
                <a:solidFill>
                  <a:srgbClr val="E30613"/>
                </a:solidFill>
                <a:latin typeface="AvenirNext LT Pro Medium" panose="020B0504020202020204" pitchFamily="34" charset="0"/>
                <a:ea typeface="+mn-ea"/>
                <a:cs typeface="+mn-cs"/>
              </a:defRPr>
            </a:lvl1pPr>
            <a:lvl2pPr>
              <a:buNone/>
              <a:defRPr/>
            </a:lvl2pPr>
          </a:lstStyle>
          <a:p>
            <a:pPr lvl="0"/>
            <a:r>
              <a:rPr lang="fr-FR" noProof="0"/>
              <a:t>Cliquez ici pour ajouter le titre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BCCB0714-C0D6-F043-B131-C0BA0E5CB2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7416" y="1617609"/>
            <a:ext cx="6070599" cy="318100"/>
          </a:xfrm>
        </p:spPr>
        <p:txBody>
          <a:bodyPr wrap="square" anchor="b">
            <a:spAutoFit/>
          </a:bodyPr>
          <a:lstStyle>
            <a:lvl1pPr marL="15875" indent="-15875">
              <a:buNone/>
              <a:tabLst/>
              <a:defRPr lang="en-GB" sz="1600" b="1" kern="1200" cap="all" baseline="0" dirty="0" smtClean="0">
                <a:solidFill>
                  <a:srgbClr val="008C93"/>
                </a:solidFill>
                <a:latin typeface="AvenirNext LT Pro Medium" panose="020B05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fr-FR" noProof="0" dirty="0"/>
              <a:t>Cliquez ici pour ajouter le sous-titre</a:t>
            </a:r>
          </a:p>
        </p:txBody>
      </p:sp>
      <p:cxnSp>
        <p:nvCxnSpPr>
          <p:cNvPr id="14" name="Conector recto 118">
            <a:extLst>
              <a:ext uri="{FF2B5EF4-FFF2-40B4-BE49-F238E27FC236}">
                <a16:creationId xmlns:a16="http://schemas.microsoft.com/office/drawing/2014/main" id="{78AFE442-331E-094B-831D-21A443DB5B11}"/>
              </a:ext>
            </a:extLst>
          </p:cNvPr>
          <p:cNvCxnSpPr>
            <a:cxnSpLocks/>
          </p:cNvCxnSpPr>
          <p:nvPr userDrawn="1"/>
        </p:nvCxnSpPr>
        <p:spPr>
          <a:xfrm>
            <a:off x="1113865" y="6477964"/>
            <a:ext cx="0" cy="158400"/>
          </a:xfrm>
          <a:prstGeom prst="line">
            <a:avLst/>
          </a:prstGeom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Marcador de número de diapositiva 5">
            <a:extLst>
              <a:ext uri="{FF2B5EF4-FFF2-40B4-BE49-F238E27FC236}">
                <a16:creationId xmlns:a16="http://schemas.microsoft.com/office/drawing/2014/main" id="{A4DA736F-0E9D-A444-AF66-A9DA07CB58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9492" y="6346658"/>
            <a:ext cx="636447" cy="365125"/>
          </a:xfrm>
          <a:prstGeom prst="rect">
            <a:avLst/>
          </a:prstGeom>
        </p:spPr>
        <p:txBody>
          <a:bodyPr anchor="ctr"/>
          <a:lstStyle>
            <a:lvl1pPr algn="r">
              <a:defRPr lang="en-GB" sz="9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50B9D9B-824C-437E-B87C-640CB12706FF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66371172-8F91-A04F-85C6-9478A2912A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7850" y="2332038"/>
            <a:ext cx="6070165" cy="3375025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fr-FR" noProof="0" dirty="0"/>
              <a:t>Cliquez ici pour ajouter du texte</a:t>
            </a:r>
          </a:p>
          <a:p>
            <a:pPr lvl="1"/>
            <a:r>
              <a:rPr lang="fr-FR" noProof="0" dirty="0"/>
              <a:t>Niveau 1</a:t>
            </a:r>
          </a:p>
          <a:p>
            <a:pPr lvl="2"/>
            <a:r>
              <a:rPr lang="fr-FR" noProof="0" dirty="0"/>
              <a:t>Niveau 2</a:t>
            </a:r>
          </a:p>
          <a:p>
            <a:pPr lvl="3"/>
            <a:r>
              <a:rPr lang="fr-FR" noProof="0" dirty="0"/>
              <a:t>Niveau 3</a:t>
            </a:r>
          </a:p>
          <a:p>
            <a:pPr lvl="4"/>
            <a:r>
              <a:rPr lang="fr-FR" noProof="0" dirty="0"/>
              <a:t>Niveau 4</a:t>
            </a:r>
          </a:p>
        </p:txBody>
      </p:sp>
      <p:sp>
        <p:nvSpPr>
          <p:cNvPr id="22" name="Marcador de pie de página 4">
            <a:extLst>
              <a:ext uri="{FF2B5EF4-FFF2-40B4-BE49-F238E27FC236}">
                <a16:creationId xmlns:a16="http://schemas.microsoft.com/office/drawing/2014/main" id="{E02E54B5-6BBD-4D40-9726-DAA66DDA92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86532" y="6346658"/>
            <a:ext cx="6706631" cy="365125"/>
          </a:xfrm>
          <a:prstGeom prst="rect">
            <a:avLst/>
          </a:prstGeom>
        </p:spPr>
        <p:txBody>
          <a:bodyPr anchor="ctr"/>
          <a:lstStyle>
            <a:lvl1pPr algn="l">
              <a:defRPr lang="en-GB" sz="900" b="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Niveau de confidentialité – Titre de la présentation</a:t>
            </a:r>
          </a:p>
        </p:txBody>
      </p:sp>
    </p:spTree>
    <p:extLst>
      <p:ext uri="{BB962C8B-B14F-4D97-AF65-F5344CB8AC3E}">
        <p14:creationId xmlns:p14="http://schemas.microsoft.com/office/powerpoint/2010/main" val="35404465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exte + autre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CEF2E46A-4152-4B9F-8676-1794469C6AE1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4" name="Image 4">
              <a:extLst>
                <a:ext uri="{FF2B5EF4-FFF2-40B4-BE49-F238E27FC236}">
                  <a16:creationId xmlns:a16="http://schemas.microsoft.com/office/drawing/2014/main" id="{5BFA40A0-9106-D045-ADBD-39681885FB2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5F8D9EC-1B8D-4151-8243-2D5EE3469BD8}"/>
                </a:ext>
              </a:extLst>
            </p:cNvPr>
            <p:cNvSpPr/>
            <p:nvPr userDrawn="1"/>
          </p:nvSpPr>
          <p:spPr>
            <a:xfrm>
              <a:off x="8672446" y="6260127"/>
              <a:ext cx="1261240" cy="5978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cxnSp>
        <p:nvCxnSpPr>
          <p:cNvPr id="13" name="Conector recto 32">
            <a:extLst>
              <a:ext uri="{FF2B5EF4-FFF2-40B4-BE49-F238E27FC236}">
                <a16:creationId xmlns:a16="http://schemas.microsoft.com/office/drawing/2014/main" id="{52976EAE-2507-2B43-8C5E-7379E777D5BF}"/>
              </a:ext>
            </a:extLst>
          </p:cNvPr>
          <p:cNvCxnSpPr>
            <a:cxnSpLocks/>
          </p:cNvCxnSpPr>
          <p:nvPr userDrawn="1"/>
        </p:nvCxnSpPr>
        <p:spPr>
          <a:xfrm flipH="1">
            <a:off x="659730" y="1990800"/>
            <a:ext cx="4780515" cy="0"/>
          </a:xfrm>
          <a:prstGeom prst="line">
            <a:avLst/>
          </a:prstGeom>
          <a:ln>
            <a:solidFill>
              <a:srgbClr val="008C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Imagen 2">
            <a:extLst>
              <a:ext uri="{FF2B5EF4-FFF2-40B4-BE49-F238E27FC236}">
                <a16:creationId xmlns:a16="http://schemas.microsoft.com/office/drawing/2014/main" id="{660D618D-75F6-E948-BBCF-80C98768A1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47515" y="6329592"/>
            <a:ext cx="1261240" cy="431201"/>
          </a:xfrm>
          <a:prstGeom prst="rect">
            <a:avLst/>
          </a:prstGeom>
        </p:spPr>
      </p:pic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AC2E6B08-F38A-E048-9732-4232B98FBC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7415" y="700469"/>
            <a:ext cx="10903386" cy="525462"/>
          </a:xfrm>
        </p:spPr>
        <p:txBody>
          <a:bodyPr/>
          <a:lstStyle>
            <a:lvl1pPr marL="15875" indent="-15875">
              <a:buNone/>
              <a:tabLst/>
              <a:defRPr lang="en-GB" sz="2800" b="1" kern="1200" dirty="0" smtClean="0">
                <a:solidFill>
                  <a:srgbClr val="E30613"/>
                </a:solidFill>
                <a:latin typeface="AvenirNext LT Pro Medium" panose="020B0504020202020204" pitchFamily="34" charset="0"/>
                <a:ea typeface="+mn-ea"/>
                <a:cs typeface="+mn-cs"/>
              </a:defRPr>
            </a:lvl1pPr>
            <a:lvl2pPr>
              <a:buNone/>
              <a:defRPr/>
            </a:lvl2pPr>
          </a:lstStyle>
          <a:p>
            <a:pPr lvl="0"/>
            <a:r>
              <a:rPr lang="fr-FR" noProof="0"/>
              <a:t>Cliquez ici pour ajouter le titre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BCCB0714-C0D6-F043-B131-C0BA0E5CB2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7417" y="1617609"/>
            <a:ext cx="4862828" cy="318100"/>
          </a:xfrm>
        </p:spPr>
        <p:txBody>
          <a:bodyPr wrap="square" anchor="b">
            <a:spAutoFit/>
          </a:bodyPr>
          <a:lstStyle>
            <a:lvl1pPr marL="15875" indent="-15875">
              <a:buNone/>
              <a:tabLst/>
              <a:defRPr lang="en-GB" sz="1600" b="1" kern="1200" cap="all" baseline="0" dirty="0" smtClean="0">
                <a:solidFill>
                  <a:srgbClr val="008C93"/>
                </a:solidFill>
                <a:latin typeface="AvenirNext LT Pro Medium" panose="020B05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fr-FR" noProof="0" dirty="0"/>
              <a:t>Cliquez ici pour ajouter le sous-titre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AE4A9E61-A418-A544-9AA3-B40B44083C9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707733" y="1617663"/>
            <a:ext cx="5824537" cy="45466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GB" dirty="0" err="1"/>
              <a:t>Cliquez</a:t>
            </a:r>
            <a:r>
              <a:rPr lang="en-GB" dirty="0"/>
              <a:t> </a:t>
            </a:r>
            <a:r>
              <a:rPr lang="en-GB" dirty="0" err="1"/>
              <a:t>ici</a:t>
            </a:r>
            <a:r>
              <a:rPr lang="en-GB" dirty="0"/>
              <a:t> pour </a:t>
            </a:r>
            <a:r>
              <a:rPr lang="en-GB" dirty="0" err="1"/>
              <a:t>ajouter</a:t>
            </a:r>
            <a:r>
              <a:rPr lang="en-GB" dirty="0"/>
              <a:t> du </a:t>
            </a:r>
            <a:r>
              <a:rPr lang="en-GB" dirty="0" err="1"/>
              <a:t>contenu</a:t>
            </a:r>
            <a:endParaRPr lang="en-GB" dirty="0"/>
          </a:p>
        </p:txBody>
      </p:sp>
      <p:cxnSp>
        <p:nvCxnSpPr>
          <p:cNvPr id="20" name="Conector recto 118">
            <a:extLst>
              <a:ext uri="{FF2B5EF4-FFF2-40B4-BE49-F238E27FC236}">
                <a16:creationId xmlns:a16="http://schemas.microsoft.com/office/drawing/2014/main" id="{640D69AD-9275-F540-AE4B-7A76704C25AE}"/>
              </a:ext>
            </a:extLst>
          </p:cNvPr>
          <p:cNvCxnSpPr>
            <a:cxnSpLocks/>
          </p:cNvCxnSpPr>
          <p:nvPr userDrawn="1"/>
        </p:nvCxnSpPr>
        <p:spPr>
          <a:xfrm>
            <a:off x="1113865" y="6477964"/>
            <a:ext cx="0" cy="158400"/>
          </a:xfrm>
          <a:prstGeom prst="line">
            <a:avLst/>
          </a:prstGeom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Marcador de número de diapositiva 5">
            <a:extLst>
              <a:ext uri="{FF2B5EF4-FFF2-40B4-BE49-F238E27FC236}">
                <a16:creationId xmlns:a16="http://schemas.microsoft.com/office/drawing/2014/main" id="{2B48D5AB-9F84-DC4B-8FB5-F4F476513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9492" y="6346658"/>
            <a:ext cx="636447" cy="365125"/>
          </a:xfrm>
          <a:prstGeom prst="rect">
            <a:avLst/>
          </a:prstGeom>
        </p:spPr>
        <p:txBody>
          <a:bodyPr anchor="ctr"/>
          <a:lstStyle>
            <a:lvl1pPr algn="r">
              <a:defRPr lang="en-GB" sz="9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50B9D9B-824C-437E-B87C-640CB12706FF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8759B5-5037-0844-92AC-F01BA7E59F1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7851" y="2182484"/>
            <a:ext cx="4985462" cy="3524580"/>
          </a:xfrm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fr-FR" noProof="0" dirty="0"/>
              <a:t>Cliquez ici pour ajouter du texte</a:t>
            </a:r>
          </a:p>
          <a:p>
            <a:pPr lvl="1"/>
            <a:r>
              <a:rPr lang="fr-FR" noProof="0" dirty="0"/>
              <a:t>Niveau 1</a:t>
            </a:r>
          </a:p>
          <a:p>
            <a:pPr lvl="2"/>
            <a:r>
              <a:rPr lang="fr-FR" noProof="0" dirty="0"/>
              <a:t>Niveau 2</a:t>
            </a:r>
          </a:p>
          <a:p>
            <a:pPr lvl="3"/>
            <a:r>
              <a:rPr lang="fr-FR" noProof="0" dirty="0"/>
              <a:t>Niveau 3</a:t>
            </a:r>
          </a:p>
          <a:p>
            <a:pPr lvl="4"/>
            <a:r>
              <a:rPr lang="fr-FR" noProof="0" dirty="0"/>
              <a:t>Niveau 4</a:t>
            </a:r>
          </a:p>
        </p:txBody>
      </p:sp>
      <p:sp>
        <p:nvSpPr>
          <p:cNvPr id="24" name="Marcador de pie de página 4">
            <a:extLst>
              <a:ext uri="{FF2B5EF4-FFF2-40B4-BE49-F238E27FC236}">
                <a16:creationId xmlns:a16="http://schemas.microsoft.com/office/drawing/2014/main" id="{672CF21E-014A-42A5-848A-B71578E9B1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86532" y="6346658"/>
            <a:ext cx="6706631" cy="365125"/>
          </a:xfrm>
          <a:prstGeom prst="rect">
            <a:avLst/>
          </a:prstGeom>
        </p:spPr>
        <p:txBody>
          <a:bodyPr anchor="ctr"/>
          <a:lstStyle>
            <a:lvl1pPr algn="l">
              <a:defRPr lang="en-GB" sz="900" b="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Niveau de confidentialité –</a:t>
            </a:r>
            <a:r>
              <a:rPr lang="fr-FR" dirty="0" err="1"/>
              <a:t>Ttitre</a:t>
            </a:r>
            <a:r>
              <a:rPr lang="fr-FR" dirty="0"/>
              <a:t> de la présentation</a:t>
            </a:r>
          </a:p>
        </p:txBody>
      </p:sp>
    </p:spTree>
    <p:extLst>
      <p:ext uri="{BB962C8B-B14F-4D97-AF65-F5344CB8AC3E}">
        <p14:creationId xmlns:p14="http://schemas.microsoft.com/office/powerpoint/2010/main" val="33112464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A70A87B0-BFDD-D942-BDB1-7BF8F7E20C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7999"/>
          </a:xfrm>
          <a:custGeom>
            <a:avLst/>
            <a:gdLst>
              <a:gd name="connsiteX0" fmla="*/ 0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3333509 h 6857999"/>
              <a:gd name="connsiteX3" fmla="*/ 5781567 w 12192000"/>
              <a:gd name="connsiteY3" fmla="*/ 3333509 h 6857999"/>
              <a:gd name="connsiteX4" fmla="*/ 5173885 w 12192000"/>
              <a:gd name="connsiteY4" fmla="*/ 3941192 h 6857999"/>
              <a:gd name="connsiteX5" fmla="*/ 5173885 w 12192000"/>
              <a:gd name="connsiteY5" fmla="*/ 4847092 h 6857999"/>
              <a:gd name="connsiteX6" fmla="*/ 3865944 w 12192000"/>
              <a:gd name="connsiteY6" fmla="*/ 4847092 h 6857999"/>
              <a:gd name="connsiteX7" fmla="*/ 3865944 w 12192000"/>
              <a:gd name="connsiteY7" fmla="*/ 6857999 h 6857999"/>
              <a:gd name="connsiteX8" fmla="*/ 0 w 12192000"/>
              <a:gd name="connsiteY8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6857999">
                <a:moveTo>
                  <a:pt x="0" y="0"/>
                </a:moveTo>
                <a:lnTo>
                  <a:pt x="12192000" y="0"/>
                </a:lnTo>
                <a:lnTo>
                  <a:pt x="12192000" y="3333509"/>
                </a:lnTo>
                <a:lnTo>
                  <a:pt x="5781567" y="3333509"/>
                </a:lnTo>
                <a:cubicBezTo>
                  <a:pt x="5445953" y="3333509"/>
                  <a:pt x="5173885" y="3605578"/>
                  <a:pt x="5173885" y="3941192"/>
                </a:cubicBezTo>
                <a:lnTo>
                  <a:pt x="5173885" y="4847092"/>
                </a:lnTo>
                <a:lnTo>
                  <a:pt x="3865944" y="4847092"/>
                </a:lnTo>
                <a:lnTo>
                  <a:pt x="3865944" y="6857999"/>
                </a:lnTo>
                <a:lnTo>
                  <a:pt x="0" y="6857999"/>
                </a:lnTo>
                <a:close/>
              </a:path>
            </a:pathLst>
          </a:custGeom>
        </p:spPr>
      </p:pic>
      <p:pic>
        <p:nvPicPr>
          <p:cNvPr id="13" name="Image 104">
            <a:extLst>
              <a:ext uri="{FF2B5EF4-FFF2-40B4-BE49-F238E27FC236}">
                <a16:creationId xmlns:a16="http://schemas.microsoft.com/office/drawing/2014/main" id="{0B7540B2-54CB-B940-94A5-C3F6E03355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2531" t="54515" b="11254"/>
          <a:stretch/>
        </p:blipFill>
        <p:spPr>
          <a:xfrm>
            <a:off x="4232551" y="3452150"/>
            <a:ext cx="7959450" cy="2666884"/>
          </a:xfrm>
          <a:prstGeom prst="rect">
            <a:avLst/>
          </a:prstGeom>
        </p:spPr>
      </p:pic>
      <p:sp>
        <p:nvSpPr>
          <p:cNvPr id="12" name="CuadroTexto 80">
            <a:extLst>
              <a:ext uri="{FF2B5EF4-FFF2-40B4-BE49-F238E27FC236}">
                <a16:creationId xmlns:a16="http://schemas.microsoft.com/office/drawing/2014/main" id="{99627336-4186-7E41-BF1B-965E388F840E}"/>
              </a:ext>
            </a:extLst>
          </p:cNvPr>
          <p:cNvSpPr txBox="1"/>
          <p:nvPr userDrawn="1"/>
        </p:nvSpPr>
        <p:spPr>
          <a:xfrm>
            <a:off x="9322392" y="4354650"/>
            <a:ext cx="2749093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600" b="1" dirty="0">
                <a:solidFill>
                  <a:schemeClr val="bg1"/>
                </a:solidFill>
              </a:rPr>
              <a:t>Groupe APICIL</a:t>
            </a:r>
            <a:br>
              <a:rPr lang="en-GB" sz="1600" b="1" dirty="0">
                <a:solidFill>
                  <a:schemeClr val="bg1"/>
                </a:solidFill>
              </a:rPr>
            </a:br>
            <a:r>
              <a:rPr lang="en-GB" sz="1600" dirty="0">
                <a:solidFill>
                  <a:schemeClr val="bg1"/>
                </a:solidFill>
              </a:rPr>
              <a:t>38 rue François </a:t>
            </a:r>
            <a:r>
              <a:rPr lang="en-GB" sz="1600" dirty="0" err="1">
                <a:solidFill>
                  <a:schemeClr val="bg1"/>
                </a:solidFill>
              </a:rPr>
              <a:t>Peissel</a:t>
            </a:r>
            <a:br>
              <a:rPr lang="en-GB" sz="1600" dirty="0">
                <a:solidFill>
                  <a:schemeClr val="bg1"/>
                </a:solidFill>
              </a:rPr>
            </a:br>
            <a:r>
              <a:rPr lang="en-GB" sz="1600" dirty="0">
                <a:solidFill>
                  <a:schemeClr val="bg1"/>
                </a:solidFill>
              </a:rPr>
              <a:t>69300 </a:t>
            </a:r>
            <a:r>
              <a:rPr lang="en-GB" sz="1600" dirty="0" err="1">
                <a:solidFill>
                  <a:schemeClr val="bg1"/>
                </a:solidFill>
              </a:rPr>
              <a:t>Caluire</a:t>
            </a:r>
            <a:r>
              <a:rPr lang="en-GB" sz="1600" dirty="0">
                <a:solidFill>
                  <a:schemeClr val="bg1"/>
                </a:solidFill>
              </a:rPr>
              <a:t> et </a:t>
            </a:r>
            <a:r>
              <a:rPr lang="en-GB" sz="1600" dirty="0" err="1">
                <a:solidFill>
                  <a:schemeClr val="bg1"/>
                </a:solidFill>
              </a:rPr>
              <a:t>Cuire</a:t>
            </a:r>
            <a:endParaRPr lang="en-GB" sz="1600" dirty="0">
              <a:solidFill>
                <a:schemeClr val="bg1"/>
              </a:solidFill>
            </a:endParaRPr>
          </a:p>
          <a:p>
            <a:r>
              <a:rPr lang="en-GB" sz="1600" dirty="0">
                <a:solidFill>
                  <a:schemeClr val="bg1"/>
                </a:solidFill>
              </a:rPr>
              <a:t>www.groupe-apicil.com</a:t>
            </a:r>
          </a:p>
        </p:txBody>
      </p:sp>
      <p:pic>
        <p:nvPicPr>
          <p:cNvPr id="15" name="Imagen 2">
            <a:extLst>
              <a:ext uri="{FF2B5EF4-FFF2-40B4-BE49-F238E27FC236}">
                <a16:creationId xmlns:a16="http://schemas.microsoft.com/office/drawing/2014/main" id="{660D618D-75F6-E948-BBCF-80C98768A1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47515" y="6329592"/>
            <a:ext cx="1261240" cy="431201"/>
          </a:xfrm>
          <a:prstGeom prst="rect">
            <a:avLst/>
          </a:prstGeom>
        </p:spPr>
      </p:pic>
      <p:sp>
        <p:nvSpPr>
          <p:cNvPr id="20" name="CuadroTexto 80">
            <a:extLst>
              <a:ext uri="{FF2B5EF4-FFF2-40B4-BE49-F238E27FC236}">
                <a16:creationId xmlns:a16="http://schemas.microsoft.com/office/drawing/2014/main" id="{4B1B404D-1F79-0548-BD69-FA625AD43714}"/>
              </a:ext>
            </a:extLst>
          </p:cNvPr>
          <p:cNvSpPr txBox="1"/>
          <p:nvPr userDrawn="1"/>
        </p:nvSpPr>
        <p:spPr>
          <a:xfrm>
            <a:off x="1014499" y="2445182"/>
            <a:ext cx="39411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200" b="1" dirty="0">
                <a:solidFill>
                  <a:srgbClr val="D20A11"/>
                </a:solidFill>
              </a:rPr>
              <a:t>MERCI.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528A19-2DAA-4943-ABE2-DCC60EDA14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74478" y="4205127"/>
            <a:ext cx="3688499" cy="313932"/>
          </a:xfrm>
        </p:spPr>
        <p:txBody>
          <a:bodyPr wrap="square">
            <a:spAutoFit/>
          </a:bodyPr>
          <a:lstStyle>
            <a:lvl1pPr marL="0" indent="0">
              <a:buNone/>
              <a:defRPr lang="en-GB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Nom </a:t>
            </a:r>
            <a:r>
              <a:rPr lang="en-GB" dirty="0" err="1"/>
              <a:t>Prénom</a:t>
            </a:r>
            <a:endParaRPr lang="en-GB" dirty="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6B5EA660-A868-1349-A947-20160195BC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74478" y="4445204"/>
            <a:ext cx="3688499" cy="313932"/>
          </a:xfrm>
        </p:spPr>
        <p:txBody>
          <a:bodyPr wrap="square">
            <a:spAutoFit/>
          </a:bodyPr>
          <a:lstStyle>
            <a:lvl1pPr marL="0" indent="0">
              <a:buNone/>
              <a:defRPr lang="en-GB" sz="1600" i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 err="1"/>
              <a:t>Fonction</a:t>
            </a:r>
            <a:endParaRPr lang="en-GB" dirty="0"/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1F4CE812-3378-4540-9FCD-7AD86D7EF3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74478" y="4896035"/>
            <a:ext cx="3688499" cy="286232"/>
          </a:xfrm>
        </p:spPr>
        <p:txBody>
          <a:bodyPr wrap="square">
            <a:spAutoFit/>
          </a:bodyPr>
          <a:lstStyle>
            <a:lvl1pPr marL="0" indent="0">
              <a:buNone/>
              <a:defRPr lang="en-GB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 err="1"/>
              <a:t>Téléphone</a:t>
            </a:r>
            <a:endParaRPr lang="en-GB" dirty="0"/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9761459-85BD-B745-8E5E-A43C67003E4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74478" y="5169223"/>
            <a:ext cx="3688499" cy="286232"/>
          </a:xfrm>
        </p:spPr>
        <p:txBody>
          <a:bodyPr wrap="square">
            <a:spAutoFit/>
          </a:bodyPr>
          <a:lstStyle>
            <a:lvl1pPr marL="0" indent="0">
              <a:buNone/>
              <a:defRPr lang="en-GB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E-mail</a:t>
            </a:r>
          </a:p>
        </p:txBody>
      </p:sp>
      <p:cxnSp>
        <p:nvCxnSpPr>
          <p:cNvPr id="25" name="Conector recto 118">
            <a:extLst>
              <a:ext uri="{FF2B5EF4-FFF2-40B4-BE49-F238E27FC236}">
                <a16:creationId xmlns:a16="http://schemas.microsoft.com/office/drawing/2014/main" id="{733014EE-3E85-BD4B-B033-8FE02A881C40}"/>
              </a:ext>
            </a:extLst>
          </p:cNvPr>
          <p:cNvCxnSpPr>
            <a:cxnSpLocks/>
          </p:cNvCxnSpPr>
          <p:nvPr userDrawn="1"/>
        </p:nvCxnSpPr>
        <p:spPr>
          <a:xfrm>
            <a:off x="1113865" y="6477964"/>
            <a:ext cx="0" cy="158400"/>
          </a:xfrm>
          <a:prstGeom prst="line">
            <a:avLst/>
          </a:prstGeom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arcador de número de diapositiva 5">
            <a:extLst>
              <a:ext uri="{FF2B5EF4-FFF2-40B4-BE49-F238E27FC236}">
                <a16:creationId xmlns:a16="http://schemas.microsoft.com/office/drawing/2014/main" id="{D244CE89-83E2-4A44-A077-D24003CE48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9492" y="6346658"/>
            <a:ext cx="636447" cy="365125"/>
          </a:xfrm>
          <a:prstGeom prst="rect">
            <a:avLst/>
          </a:prstGeom>
        </p:spPr>
        <p:txBody>
          <a:bodyPr anchor="ctr"/>
          <a:lstStyle>
            <a:lvl1pPr algn="r">
              <a:defRPr lang="en-GB" sz="9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50B9D9B-824C-437E-B87C-640CB12706FF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4" name="Marcador de pie de página 4">
            <a:extLst>
              <a:ext uri="{FF2B5EF4-FFF2-40B4-BE49-F238E27FC236}">
                <a16:creationId xmlns:a16="http://schemas.microsoft.com/office/drawing/2014/main" id="{C100D6D1-52A1-495A-82DE-BCF74E3EDE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86532" y="6346658"/>
            <a:ext cx="6706631" cy="365125"/>
          </a:xfrm>
          <a:prstGeom prst="rect">
            <a:avLst/>
          </a:prstGeom>
        </p:spPr>
        <p:txBody>
          <a:bodyPr anchor="ctr"/>
          <a:lstStyle>
            <a:lvl1pPr algn="l">
              <a:defRPr lang="en-GB" sz="900" b="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Niveau de confidentialité – Titre de la présentation</a:t>
            </a:r>
          </a:p>
        </p:txBody>
      </p:sp>
    </p:spTree>
    <p:extLst>
      <p:ext uri="{BB962C8B-B14F-4D97-AF65-F5344CB8AC3E}">
        <p14:creationId xmlns:p14="http://schemas.microsoft.com/office/powerpoint/2010/main" val="40681136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2">
            <a:extLst>
              <a:ext uri="{FF2B5EF4-FFF2-40B4-BE49-F238E27FC236}">
                <a16:creationId xmlns:a16="http://schemas.microsoft.com/office/drawing/2014/main" id="{0C736445-9BF9-4648-99D9-49BFFB2C7B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5" name="Imagen 2">
            <a:extLst>
              <a:ext uri="{FF2B5EF4-FFF2-40B4-BE49-F238E27FC236}">
                <a16:creationId xmlns:a16="http://schemas.microsoft.com/office/drawing/2014/main" id="{660D618D-75F6-E948-BBCF-80C98768A1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47515" y="6329592"/>
            <a:ext cx="1261240" cy="431201"/>
          </a:xfrm>
          <a:prstGeom prst="rect">
            <a:avLst/>
          </a:prstGeom>
        </p:spPr>
      </p:pic>
      <p:cxnSp>
        <p:nvCxnSpPr>
          <p:cNvPr id="25" name="Conector recto 118">
            <a:extLst>
              <a:ext uri="{FF2B5EF4-FFF2-40B4-BE49-F238E27FC236}">
                <a16:creationId xmlns:a16="http://schemas.microsoft.com/office/drawing/2014/main" id="{733014EE-3E85-BD4B-B033-8FE02A881C40}"/>
              </a:ext>
            </a:extLst>
          </p:cNvPr>
          <p:cNvCxnSpPr>
            <a:cxnSpLocks/>
          </p:cNvCxnSpPr>
          <p:nvPr userDrawn="1"/>
        </p:nvCxnSpPr>
        <p:spPr>
          <a:xfrm>
            <a:off x="1113865" y="6477964"/>
            <a:ext cx="0" cy="158400"/>
          </a:xfrm>
          <a:prstGeom prst="line">
            <a:avLst/>
          </a:prstGeom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arcador de número de diapositiva 5">
            <a:extLst>
              <a:ext uri="{FF2B5EF4-FFF2-40B4-BE49-F238E27FC236}">
                <a16:creationId xmlns:a16="http://schemas.microsoft.com/office/drawing/2014/main" id="{D244CE89-83E2-4A44-A077-D24003CE48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9492" y="6346658"/>
            <a:ext cx="636447" cy="365125"/>
          </a:xfrm>
          <a:prstGeom prst="rect">
            <a:avLst/>
          </a:prstGeom>
        </p:spPr>
        <p:txBody>
          <a:bodyPr anchor="ctr"/>
          <a:lstStyle>
            <a:lvl1pPr algn="r">
              <a:defRPr lang="en-GB" sz="9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50B9D9B-824C-437E-B87C-640CB12706FF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6" name="Marcador de pie de página 4">
            <a:extLst>
              <a:ext uri="{FF2B5EF4-FFF2-40B4-BE49-F238E27FC236}">
                <a16:creationId xmlns:a16="http://schemas.microsoft.com/office/drawing/2014/main" id="{9407FA59-E7F1-4E32-A3B6-5A98767324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86532" y="6346658"/>
            <a:ext cx="6706631" cy="365125"/>
          </a:xfrm>
          <a:prstGeom prst="rect">
            <a:avLst/>
          </a:prstGeom>
        </p:spPr>
        <p:txBody>
          <a:bodyPr anchor="ctr"/>
          <a:lstStyle>
            <a:lvl1pPr algn="l">
              <a:defRPr lang="en-GB" sz="900" b="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Niveau de confidentialité – Titre de la présentation</a:t>
            </a:r>
          </a:p>
        </p:txBody>
      </p:sp>
    </p:spTree>
    <p:extLst>
      <p:ext uri="{BB962C8B-B14F-4D97-AF65-F5344CB8AC3E}">
        <p14:creationId xmlns:p14="http://schemas.microsoft.com/office/powerpoint/2010/main" val="33712270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 PHOTO GROUPE APICI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29327f90-960f-456a-a3c0-e7c8507f0101@FRAP264">
            <a:extLst>
              <a:ext uri="{FF2B5EF4-FFF2-40B4-BE49-F238E27FC236}">
                <a16:creationId xmlns:a16="http://schemas.microsoft.com/office/drawing/2014/main" id="{58D81A09-30F1-4F71-8AC5-C934203981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1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EFA9044-B344-0C43-B04F-6BBA6C2949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35823" y="599008"/>
            <a:ext cx="5193720" cy="539054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05BEA70-78D7-C34F-88A9-ECBB6943995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967202" y="1425655"/>
            <a:ext cx="4330959" cy="37223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1400" b="1" cap="all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dirty="0"/>
              <a:t>NOM DU PROJET</a:t>
            </a:r>
          </a:p>
        </p:txBody>
      </p:sp>
      <p:sp>
        <p:nvSpPr>
          <p:cNvPr id="11" name="Espace réservé de la date 3">
            <a:extLst>
              <a:ext uri="{FF2B5EF4-FFF2-40B4-BE49-F238E27FC236}">
                <a16:creationId xmlns:a16="http://schemas.microsoft.com/office/drawing/2014/main" id="{8E1DB2A1-C545-8540-AFA5-DBC700A3BA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67202" y="93367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800" b="1" cap="all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3E778971-574A-4276-928C-9E2944C42181}" type="datetime4">
              <a:rPr lang="fr-FR" smtClean="0"/>
              <a:t>6 octobre 2026</a:t>
            </a:fld>
            <a:endParaRPr lang="fr-FR" dirty="0"/>
          </a:p>
        </p:txBody>
      </p:sp>
      <p:sp>
        <p:nvSpPr>
          <p:cNvPr id="13" name="Sous-titre 2">
            <a:extLst>
              <a:ext uri="{FF2B5EF4-FFF2-40B4-BE49-F238E27FC236}">
                <a16:creationId xmlns:a16="http://schemas.microsoft.com/office/drawing/2014/main" id="{49A75585-DD6E-334A-8464-AD9E22507C3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967202" y="2125451"/>
            <a:ext cx="4330959" cy="35168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600" b="1" cap="all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TITRE DE LA PRÉSENTATION</a:t>
            </a:r>
          </a:p>
        </p:txBody>
      </p:sp>
      <p:sp>
        <p:nvSpPr>
          <p:cNvPr id="20" name="Espace réservé du texte 4">
            <a:extLst>
              <a:ext uri="{FF2B5EF4-FFF2-40B4-BE49-F238E27FC236}">
                <a16:creationId xmlns:a16="http://schemas.microsoft.com/office/drawing/2014/main" id="{7F925275-33A7-C041-97E2-3CEF7AF833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1547" y="6172834"/>
            <a:ext cx="4330959" cy="351023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fr-FR" sz="800" b="1" kern="1200" cap="all" baseline="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sz="800" b="1" kern="1200" cap="all" baseline="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Nom, prénom, Direction/service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4DA0348-4A96-45D5-AFB0-262A0DE7582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31730" y="5369085"/>
            <a:ext cx="2015368" cy="62047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2E436680-E2C6-4F29-B07C-4E82BAF423A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3338" y="739739"/>
            <a:ext cx="1506368" cy="814372"/>
          </a:xfrm>
          <a:prstGeom prst="rect">
            <a:avLst/>
          </a:prstGeom>
        </p:spPr>
      </p:pic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956190CA-9143-4F84-BFC3-EDF6F06B28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175611"/>
            <a:ext cx="7915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1C73C9BE-E189-394F-A62D-A87124F42ED1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49181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 CO BRANDE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e 6">
            <a:extLst>
              <a:ext uri="{FF2B5EF4-FFF2-40B4-BE49-F238E27FC236}">
                <a16:creationId xmlns:a16="http://schemas.microsoft.com/office/drawing/2014/main" id="{7A08E742-7007-4215-ABB1-13B0B1E90ED7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C55833F4-DA6C-094E-A933-13124681507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9FDFE44D-9057-413B-AE30-A9A19064581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454424" y="5337888"/>
              <a:ext cx="2158456" cy="664524"/>
            </a:xfrm>
            <a:prstGeom prst="rect">
              <a:avLst/>
            </a:prstGeom>
          </p:spPr>
        </p:pic>
      </p:grpSp>
      <p:sp>
        <p:nvSpPr>
          <p:cNvPr id="9" name="Espace réservé pour une image  4">
            <a:extLst>
              <a:ext uri="{FF2B5EF4-FFF2-40B4-BE49-F238E27FC236}">
                <a16:creationId xmlns:a16="http://schemas.microsoft.com/office/drawing/2014/main" id="{C8A53722-5B2D-3A48-B50F-C6C0373E968E}"/>
              </a:ext>
            </a:extLst>
          </p:cNvPr>
          <p:cNvSpPr>
            <a:spLocks noGrp="1"/>
          </p:cNvSpPr>
          <p:nvPr userDrawn="1">
            <p:ph type="pic" sz="quarter" idx="11" hasCustomPrompt="1"/>
          </p:nvPr>
        </p:nvSpPr>
        <p:spPr>
          <a:xfrm>
            <a:off x="9480550" y="4528821"/>
            <a:ext cx="2016125" cy="5297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 i="1"/>
            </a:lvl1pPr>
          </a:lstStyle>
          <a:p>
            <a:r>
              <a:rPr lang="fr-FR" dirty="0"/>
              <a:t>AUTRE LOGO</a:t>
            </a:r>
          </a:p>
        </p:txBody>
      </p:sp>
      <p:sp>
        <p:nvSpPr>
          <p:cNvPr id="10" name="Espace réservé du texte 4">
            <a:extLst>
              <a:ext uri="{FF2B5EF4-FFF2-40B4-BE49-F238E27FC236}">
                <a16:creationId xmlns:a16="http://schemas.microsoft.com/office/drawing/2014/main" id="{83D72275-9726-AA40-A9FC-F34D14E52454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791547" y="6182661"/>
            <a:ext cx="4330959" cy="351023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fr-FR" sz="800" b="1" kern="1200" cap="all" baseline="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sz="800" b="1" kern="1200" cap="all" baseline="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Nom, prénom, Direction/service</a:t>
            </a:r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B7BB4AE0-1CA3-004B-AB02-F95D2D431439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1967202" y="1425655"/>
            <a:ext cx="4330959" cy="37223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1400" b="1" cap="all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dirty="0"/>
              <a:t>NOM DU PROJET</a:t>
            </a:r>
          </a:p>
        </p:txBody>
      </p:sp>
      <p:sp>
        <p:nvSpPr>
          <p:cNvPr id="15" name="Espace réservé de la date 3">
            <a:extLst>
              <a:ext uri="{FF2B5EF4-FFF2-40B4-BE49-F238E27FC236}">
                <a16:creationId xmlns:a16="http://schemas.microsoft.com/office/drawing/2014/main" id="{C11267B7-5D65-5C42-8ACA-234B03453686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>
          <a:xfrm>
            <a:off x="1967202" y="93367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800" b="1" cap="all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2CC89D05-44ED-4F8F-93BA-D8AC9EFDC280}" type="datetime4">
              <a:rPr lang="fr-FR" smtClean="0"/>
              <a:t>6 octobre 2026</a:t>
            </a:fld>
            <a:endParaRPr lang="fr-FR" dirty="0"/>
          </a:p>
        </p:txBody>
      </p:sp>
      <p:sp>
        <p:nvSpPr>
          <p:cNvPr id="16" name="Sous-titre 2">
            <a:extLst>
              <a:ext uri="{FF2B5EF4-FFF2-40B4-BE49-F238E27FC236}">
                <a16:creationId xmlns:a16="http://schemas.microsoft.com/office/drawing/2014/main" id="{8624C9A7-7399-EE4F-9F38-45E6A484B88A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1967202" y="2116183"/>
            <a:ext cx="4330959" cy="352608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600" b="1" cap="all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TITRE DE LA PRÉSENTATION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2FA27AA7-0D2F-4E39-9984-73A2F713702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3338" y="739739"/>
            <a:ext cx="1506368" cy="814372"/>
          </a:xfrm>
          <a:prstGeom prst="rect">
            <a:avLst/>
          </a:prstGeom>
        </p:spPr>
      </p:pic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A7193300-38BC-4A26-84EC-3200DEAD27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175611"/>
            <a:ext cx="7915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1C73C9BE-E189-394F-A62D-A87124F42ED1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281152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 CO BRANDE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C198E4C0-7F9F-404A-880F-4837B7B0959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7" name="Image 6">
              <a:extLst>
                <a:ext uri="{FF2B5EF4-FFF2-40B4-BE49-F238E27FC236}">
                  <a16:creationId xmlns:a16="http://schemas.microsoft.com/office/drawing/2014/main" id="{41D41E0E-2F00-8746-AEBD-1711F1AAE1C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11" name="Image 10">
              <a:extLst>
                <a:ext uri="{FF2B5EF4-FFF2-40B4-BE49-F238E27FC236}">
                  <a16:creationId xmlns:a16="http://schemas.microsoft.com/office/drawing/2014/main" id="{E02EFDE5-8439-45A3-B623-E98B9F69DF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454424" y="5337888"/>
              <a:ext cx="2158456" cy="664524"/>
            </a:xfrm>
            <a:prstGeom prst="rect">
              <a:avLst/>
            </a:prstGeom>
          </p:spPr>
        </p:pic>
      </p:grpSp>
      <p:sp>
        <p:nvSpPr>
          <p:cNvPr id="9" name="Espace réservé pour une image  4">
            <a:extLst>
              <a:ext uri="{FF2B5EF4-FFF2-40B4-BE49-F238E27FC236}">
                <a16:creationId xmlns:a16="http://schemas.microsoft.com/office/drawing/2014/main" id="{9785E297-1CDB-614D-8911-61879A00D70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480550" y="4528821"/>
            <a:ext cx="2016125" cy="5297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 i="1"/>
            </a:lvl1pPr>
          </a:lstStyle>
          <a:p>
            <a:r>
              <a:rPr lang="fr-FR" dirty="0"/>
              <a:t>AUTRE LOGO</a:t>
            </a:r>
          </a:p>
        </p:txBody>
      </p:sp>
      <p:sp>
        <p:nvSpPr>
          <p:cNvPr id="13" name="Espace réservé du texte 4">
            <a:extLst>
              <a:ext uri="{FF2B5EF4-FFF2-40B4-BE49-F238E27FC236}">
                <a16:creationId xmlns:a16="http://schemas.microsoft.com/office/drawing/2014/main" id="{15B5C890-2098-5B46-A693-133FD0A37F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1547" y="6182661"/>
            <a:ext cx="4330959" cy="351023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800" b="1">
                <a:solidFill>
                  <a:schemeClr val="tx2"/>
                </a:solidFill>
                <a:effectLst/>
              </a:defRPr>
            </a:lvl1pPr>
          </a:lstStyle>
          <a:p>
            <a:r>
              <a:rPr lang="fr-FR" dirty="0"/>
              <a:t>NOM, PRÉNOM, DIRECTION/SERVICE</a:t>
            </a:r>
          </a:p>
        </p:txBody>
      </p:sp>
      <p:sp>
        <p:nvSpPr>
          <p:cNvPr id="15" name="Titre 1">
            <a:extLst>
              <a:ext uri="{FF2B5EF4-FFF2-40B4-BE49-F238E27FC236}">
                <a16:creationId xmlns:a16="http://schemas.microsoft.com/office/drawing/2014/main" id="{569E98F6-9E0D-4344-878A-E4A1D3D5A56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967202" y="1425655"/>
            <a:ext cx="4330959" cy="37223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1400" b="1" cap="all" baseline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dirty="0"/>
              <a:t>NOM DU PROJET</a:t>
            </a:r>
          </a:p>
        </p:txBody>
      </p:sp>
      <p:sp>
        <p:nvSpPr>
          <p:cNvPr id="16" name="Espace réservé de la date 3">
            <a:extLst>
              <a:ext uri="{FF2B5EF4-FFF2-40B4-BE49-F238E27FC236}">
                <a16:creationId xmlns:a16="http://schemas.microsoft.com/office/drawing/2014/main" id="{48331A08-8713-6940-BA56-B83CFD269C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67202" y="93367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800" b="1" cap="all" baseline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42B73756-59E3-41FF-ABC1-3226D7942A28}" type="datetime4">
              <a:rPr lang="fr-FR" smtClean="0"/>
              <a:t>6 octobre 2026</a:t>
            </a:fld>
            <a:endParaRPr lang="fr-FR" dirty="0"/>
          </a:p>
        </p:txBody>
      </p:sp>
      <p:sp>
        <p:nvSpPr>
          <p:cNvPr id="17" name="Sous-titre 2">
            <a:extLst>
              <a:ext uri="{FF2B5EF4-FFF2-40B4-BE49-F238E27FC236}">
                <a16:creationId xmlns:a16="http://schemas.microsoft.com/office/drawing/2014/main" id="{9DDF751C-2BCB-0D4D-ADA2-BE30BC2915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967202" y="2103120"/>
            <a:ext cx="4330959" cy="353914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600" b="1" cap="all" baseline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TITRE DE LA PRÉSENTATION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F4143F91-48D4-4555-9E98-4BDC7AB7E8B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3338" y="739739"/>
            <a:ext cx="1506368" cy="814372"/>
          </a:xfrm>
          <a:prstGeom prst="rect">
            <a:avLst/>
          </a:prstGeom>
        </p:spPr>
      </p:pic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175B5C3A-3709-4470-8A4D-3D3917216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175611"/>
            <a:ext cx="7915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1C73C9BE-E189-394F-A62D-A87124F42ED1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71709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237755B7-C30F-4F98-B7D0-EFE65E2604AA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22E8FD44-0150-3C41-BD84-DEAD3CDEF06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11" name="Image 10">
              <a:extLst>
                <a:ext uri="{FF2B5EF4-FFF2-40B4-BE49-F238E27FC236}">
                  <a16:creationId xmlns:a16="http://schemas.microsoft.com/office/drawing/2014/main" id="{322DE72B-68BC-4436-BB75-FFD581BC58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454424" y="5337888"/>
              <a:ext cx="2158456" cy="664524"/>
            </a:xfrm>
            <a:prstGeom prst="rect">
              <a:avLst/>
            </a:prstGeom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005BEA70-78D7-C34F-88A9-ECBB69439959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1966558" y="2134203"/>
            <a:ext cx="4320000" cy="360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15875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lang="fr-FR" sz="1600" b="1" kern="1200" cap="all" baseline="0" dirty="0">
                <a:solidFill>
                  <a:srgbClr val="58B14A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1. TITRE DU CHAPITRE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89383C6-480A-E248-BC81-78A694F8BE5E}"/>
              </a:ext>
            </a:extLst>
          </p:cNvPr>
          <p:cNvSpPr txBox="1"/>
          <p:nvPr userDrawn="1"/>
        </p:nvSpPr>
        <p:spPr>
          <a:xfrm>
            <a:off x="1966558" y="1230996"/>
            <a:ext cx="34518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3600" b="1" kern="1200" noProof="0" dirty="0">
                <a:solidFill>
                  <a:srgbClr val="E3051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SOMMAIRE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2FD6521F-9110-E344-9B98-3750C9B037DC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966558" y="2723357"/>
            <a:ext cx="4320000" cy="3600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cap="all" baseline="0">
                <a:solidFill>
                  <a:schemeClr val="accent6"/>
                </a:solidFill>
              </a:defRPr>
            </a:lvl1pPr>
          </a:lstStyle>
          <a:p>
            <a:r>
              <a:rPr lang="fr-FR" dirty="0"/>
              <a:t>2. TITRE DU CHAPITRE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06FF21DA-08B8-C442-A316-6D06E5323241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1966558" y="3312512"/>
            <a:ext cx="4320000" cy="3600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cap="all" baseline="0">
                <a:solidFill>
                  <a:schemeClr val="accent2"/>
                </a:solidFill>
              </a:defRPr>
            </a:lvl1pPr>
          </a:lstStyle>
          <a:p>
            <a:r>
              <a:rPr lang="fr-FR" dirty="0"/>
              <a:t>3. TITRE DU CHAPITRE</a:t>
            </a:r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FAC44851-EFEE-E347-9FA4-94F9DB52D4B7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1966558" y="3901666"/>
            <a:ext cx="4320000" cy="3600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cap="all" baseline="0">
                <a:solidFill>
                  <a:schemeClr val="accent3"/>
                </a:solidFill>
              </a:defRPr>
            </a:lvl1pPr>
          </a:lstStyle>
          <a:p>
            <a:r>
              <a:rPr lang="fr-FR" dirty="0"/>
              <a:t>4. TITRE DU CHAPITRE</a:t>
            </a:r>
          </a:p>
        </p:txBody>
      </p: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096E09C9-E8BB-1D41-9963-17E0AD5E6A3F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1966558" y="4490821"/>
            <a:ext cx="4320000" cy="3600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cap="all" baseline="0">
                <a:solidFill>
                  <a:schemeClr val="accent4"/>
                </a:solidFill>
              </a:defRPr>
            </a:lvl1pPr>
          </a:lstStyle>
          <a:p>
            <a:r>
              <a:rPr lang="fr-FR" dirty="0"/>
              <a:t>5. TITRE DU CHAPITRE</a:t>
            </a:r>
          </a:p>
        </p:txBody>
      </p:sp>
      <p:sp>
        <p:nvSpPr>
          <p:cNvPr id="28" name="Espace réservé de la date 3">
            <a:extLst>
              <a:ext uri="{FF2B5EF4-FFF2-40B4-BE49-F238E27FC236}">
                <a16:creationId xmlns:a16="http://schemas.microsoft.com/office/drawing/2014/main" id="{22A5D386-8F1C-3348-928E-4A326F9B1D34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>
          <a:xfrm>
            <a:off x="796396" y="6176834"/>
            <a:ext cx="320506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100000"/>
              </a:lnSpc>
              <a:defRPr lang="fr-FR" sz="800" b="1" kern="1200" cap="all" baseline="0" smtClean="0">
                <a:solidFill>
                  <a:srgbClr val="E30513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spcBef>
                <a:spcPct val="0"/>
              </a:spcBef>
            </a:pPr>
            <a:fld id="{FF400FA6-3386-4AF0-A2A5-3423AF97D804}" type="datetime4">
              <a:rPr lang="fr-FR" smtClean="0"/>
              <a:t>6 octobre 2026</a:t>
            </a:fld>
            <a:endParaRPr lang="fr-FR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14BE49C-B793-BF47-B65C-388275B853ED}"/>
              </a:ext>
            </a:extLst>
          </p:cNvPr>
          <p:cNvSpPr/>
          <p:nvPr userDrawn="1"/>
        </p:nvSpPr>
        <p:spPr>
          <a:xfrm>
            <a:off x="798545" y="6404085"/>
            <a:ext cx="3223966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l" defTabSz="914400" rtl="0" eaLnBrk="1" latinLnBrk="0" hangingPunct="1"/>
            <a:r>
              <a:rPr lang="fr-FR" sz="60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Présentation sans valeur en l’absence des commentaires qui l’accompagnent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147AE121-BAE6-49EC-B6FF-6D5247D7D7B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63041" y="5231999"/>
            <a:ext cx="1389155" cy="751004"/>
          </a:xfrm>
          <a:prstGeom prst="rect">
            <a:avLst/>
          </a:prstGeom>
        </p:spPr>
      </p:pic>
      <p:sp>
        <p:nvSpPr>
          <p:cNvPr id="15" name="Espace réservé du numéro de diapositive 5">
            <a:extLst>
              <a:ext uri="{FF2B5EF4-FFF2-40B4-BE49-F238E27FC236}">
                <a16:creationId xmlns:a16="http://schemas.microsoft.com/office/drawing/2014/main" id="{357FCA3D-F0A5-4EAD-B08D-94DDAB1ADB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175611"/>
            <a:ext cx="7915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1C73C9BE-E189-394F-A62D-A87124F42ED1}" type="slidenum">
              <a:rPr lang="fr-FR" smtClean="0"/>
              <a:pPr/>
              <a:t>‹N°›</a:t>
            </a:fld>
            <a:r>
              <a:rPr lang="fr-FR" dirty="0"/>
              <a:t> -</a:t>
            </a:r>
          </a:p>
        </p:txBody>
      </p:sp>
      <p:sp>
        <p:nvSpPr>
          <p:cNvPr id="17" name="Espace réservé du texte 22">
            <a:extLst>
              <a:ext uri="{FF2B5EF4-FFF2-40B4-BE49-F238E27FC236}">
                <a16:creationId xmlns:a16="http://schemas.microsoft.com/office/drawing/2014/main" id="{88E89585-EF2E-47DA-B5B8-CB5C65B545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966558" y="5069346"/>
            <a:ext cx="4320000" cy="3600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1" cap="all" baseline="0">
                <a:solidFill>
                  <a:srgbClr val="E30513"/>
                </a:solidFill>
              </a:defRPr>
            </a:lvl1pPr>
          </a:lstStyle>
          <a:p>
            <a:r>
              <a:rPr lang="fr-FR" dirty="0"/>
              <a:t>6. TITRE DU CHAPITRE</a:t>
            </a:r>
          </a:p>
        </p:txBody>
      </p:sp>
    </p:spTree>
    <p:extLst>
      <p:ext uri="{BB962C8B-B14F-4D97-AF65-F5344CB8AC3E}">
        <p14:creationId xmlns:p14="http://schemas.microsoft.com/office/powerpoint/2010/main" val="30587296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D82E6A28-DBC8-4592-95AE-19D3421F236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1" name="Image 10">
              <a:extLst>
                <a:ext uri="{FF2B5EF4-FFF2-40B4-BE49-F238E27FC236}">
                  <a16:creationId xmlns:a16="http://schemas.microsoft.com/office/drawing/2014/main" id="{0828EA91-4304-A642-A0FF-049E5BD4632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2C988AD1-6E16-4943-836C-99731E61902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454424" y="5337888"/>
              <a:ext cx="2158456" cy="664524"/>
            </a:xfrm>
            <a:prstGeom prst="rect">
              <a:avLst/>
            </a:prstGeom>
          </p:spPr>
        </p:pic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C66003DA-B8DD-864A-B60D-63B8ECA3217C}"/>
              </a:ext>
            </a:extLst>
          </p:cNvPr>
          <p:cNvSpPr/>
          <p:nvPr userDrawn="1"/>
        </p:nvSpPr>
        <p:spPr>
          <a:xfrm>
            <a:off x="775034" y="6402862"/>
            <a:ext cx="3223966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l" defTabSz="914400" rtl="0" eaLnBrk="1" latinLnBrk="0" hangingPunct="1"/>
            <a:r>
              <a:rPr lang="fr-FR" sz="60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Présentation sans valeur en l’absence des commentaires qui l’accompagnent</a:t>
            </a:r>
          </a:p>
        </p:txBody>
      </p:sp>
      <p:sp>
        <p:nvSpPr>
          <p:cNvPr id="29" name="Espace réservé de la date 3">
            <a:extLst>
              <a:ext uri="{FF2B5EF4-FFF2-40B4-BE49-F238E27FC236}">
                <a16:creationId xmlns:a16="http://schemas.microsoft.com/office/drawing/2014/main" id="{96FCC57C-9E09-254A-84C9-55F6B5A533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3554" y="6175611"/>
            <a:ext cx="320506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100000"/>
              </a:lnSpc>
              <a:defRPr lang="fr-FR" sz="800" b="1" kern="1200" cap="all" baseline="0" smtClean="0">
                <a:solidFill>
                  <a:srgbClr val="E30513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spcBef>
                <a:spcPct val="0"/>
              </a:spcBef>
            </a:pPr>
            <a:fld id="{20311E55-C845-4F34-9A29-C63ADA4E5D60}" type="datetime4">
              <a:rPr lang="fr-FR" smtClean="0"/>
              <a:t>6 octobre 2026</a:t>
            </a:fld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D27C568-EE56-4B45-A1F9-D44603AAE3B7}"/>
              </a:ext>
            </a:extLst>
          </p:cNvPr>
          <p:cNvSpPr txBox="1"/>
          <p:nvPr userDrawn="1"/>
        </p:nvSpPr>
        <p:spPr>
          <a:xfrm>
            <a:off x="1746045" y="788957"/>
            <a:ext cx="186852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sz="15000" b="1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88CBD562-9360-9E4F-AED3-5A2B6BD38F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972290" y="5251843"/>
            <a:ext cx="4330959" cy="37223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1400" b="1" cap="all" baseline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dirty="0"/>
              <a:t>SOUS TITRE DU CHAPITRE</a:t>
            </a:r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3BC71640-FF28-5B41-BF37-5C0A633D46E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972289" y="3201185"/>
            <a:ext cx="4330959" cy="194677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600" b="1" cap="all" baseline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TITRE DU CHAPITRE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345E9E1D-F3C0-4B72-930F-CCBF4222E9E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63041" y="5231999"/>
            <a:ext cx="1389155" cy="751004"/>
          </a:xfrm>
          <a:prstGeom prst="rect">
            <a:avLst/>
          </a:prstGeom>
        </p:spPr>
      </p:pic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561F6E4C-7785-466C-BD01-47D6DE84AC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175611"/>
            <a:ext cx="7915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1C73C9BE-E189-394F-A62D-A87124F42ED1}" type="slidenum">
              <a:rPr lang="fr-FR" smtClean="0"/>
              <a:pPr/>
              <a:t>‹N°›</a:t>
            </a:fld>
            <a:r>
              <a:rPr lang="fr-FR" dirty="0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25759598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9F7FCC6A-5471-41FB-8E75-D20F4480CE2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09451BF4-76C4-4C4D-A5FC-F9E4C826B5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33E70CA9-8A3D-4FE2-9B84-16F69A747BD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454424" y="5337888"/>
              <a:ext cx="2158456" cy="664524"/>
            </a:xfrm>
            <a:prstGeom prst="rect">
              <a:avLst/>
            </a:prstGeom>
          </p:spPr>
        </p:pic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C66003DA-B8DD-864A-B60D-63B8ECA3217C}"/>
              </a:ext>
            </a:extLst>
          </p:cNvPr>
          <p:cNvSpPr/>
          <p:nvPr userDrawn="1"/>
        </p:nvSpPr>
        <p:spPr>
          <a:xfrm>
            <a:off x="793696" y="6402862"/>
            <a:ext cx="3223966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l" defTabSz="914400" rtl="0" eaLnBrk="1" latinLnBrk="0" hangingPunct="1"/>
            <a:r>
              <a:rPr lang="fr-FR" sz="60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Présentation sans valeur en l’absence des commentaires qui l’accompagnent</a:t>
            </a:r>
          </a:p>
        </p:txBody>
      </p:sp>
      <p:sp>
        <p:nvSpPr>
          <p:cNvPr id="29" name="Espace réservé de la date 3">
            <a:extLst>
              <a:ext uri="{FF2B5EF4-FFF2-40B4-BE49-F238E27FC236}">
                <a16:creationId xmlns:a16="http://schemas.microsoft.com/office/drawing/2014/main" id="{96FCC57C-9E09-254A-84C9-55F6B5A533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1547" y="6175611"/>
            <a:ext cx="320506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100000"/>
              </a:lnSpc>
              <a:defRPr lang="fr-FR" sz="800" b="1" kern="1200" cap="all" baseline="0" smtClean="0">
                <a:solidFill>
                  <a:srgbClr val="E30513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spcBef>
                <a:spcPct val="0"/>
              </a:spcBef>
            </a:pPr>
            <a:fld id="{BA067E94-2D66-4759-8C52-DF6270ABFDC2}" type="datetime4">
              <a:rPr lang="fr-FR" smtClean="0"/>
              <a:t>6 octobre 2026</a:t>
            </a:fld>
            <a:endParaRPr lang="fr-FR" dirty="0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CBB70422-1641-1740-A47A-9DB4B4005D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972290" y="5251843"/>
            <a:ext cx="4330959" cy="37223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1400" b="1" cap="all" baseline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dirty="0"/>
              <a:t>SOUS TITRE DU CHAPITRE</a:t>
            </a:r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20324453-2F4E-1643-B36B-C502A371EAA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972289" y="3201185"/>
            <a:ext cx="4330959" cy="194677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600" b="1" cap="all" baseline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TITRE DU CHAPITRE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CA10D39C-0D72-4770-BE65-B18D8C2CE9C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63041" y="5231999"/>
            <a:ext cx="1389155" cy="751004"/>
          </a:xfrm>
          <a:prstGeom prst="rect">
            <a:avLst/>
          </a:prstGeom>
        </p:spPr>
      </p:pic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B3F45DE8-2FFB-443A-B02A-8AD1F55FEA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175611"/>
            <a:ext cx="7915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1C73C9BE-E189-394F-A62D-A87124F42ED1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F9C079D-2F45-41B8-9884-51D2D8CB2E6F}"/>
              </a:ext>
            </a:extLst>
          </p:cNvPr>
          <p:cNvSpPr txBox="1"/>
          <p:nvPr userDrawn="1"/>
        </p:nvSpPr>
        <p:spPr>
          <a:xfrm>
            <a:off x="1746045" y="788957"/>
            <a:ext cx="186852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sz="15000" b="1" dirty="0">
                <a:solidFill>
                  <a:srgbClr val="CF3187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081751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9892F859-BBDA-498F-A569-FC0BFFE0A56A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47F6BB1F-07AF-E34E-831E-24AC0344115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2FAD79F0-184B-486F-BBE6-6184A7A26B7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454424" y="5337888"/>
              <a:ext cx="2158456" cy="664524"/>
            </a:xfrm>
            <a:prstGeom prst="rect">
              <a:avLst/>
            </a:prstGeom>
          </p:spPr>
        </p:pic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C66003DA-B8DD-864A-B60D-63B8ECA3217C}"/>
              </a:ext>
            </a:extLst>
          </p:cNvPr>
          <p:cNvSpPr/>
          <p:nvPr userDrawn="1"/>
        </p:nvSpPr>
        <p:spPr>
          <a:xfrm>
            <a:off x="793696" y="6402862"/>
            <a:ext cx="3223966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l" defTabSz="914400" rtl="0" eaLnBrk="1" latinLnBrk="0" hangingPunct="1"/>
            <a:r>
              <a:rPr lang="fr-FR" sz="60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Présentation sans valeur en l’absence des commentaires qui l’accompagnent</a:t>
            </a:r>
          </a:p>
        </p:txBody>
      </p:sp>
      <p:sp>
        <p:nvSpPr>
          <p:cNvPr id="29" name="Espace réservé de la date 3">
            <a:extLst>
              <a:ext uri="{FF2B5EF4-FFF2-40B4-BE49-F238E27FC236}">
                <a16:creationId xmlns:a16="http://schemas.microsoft.com/office/drawing/2014/main" id="{96FCC57C-9E09-254A-84C9-55F6B5A533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1547" y="6175611"/>
            <a:ext cx="320506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100000"/>
              </a:lnSpc>
              <a:defRPr lang="fr-FR" sz="800" b="1" kern="1200" cap="all" baseline="0" smtClean="0">
                <a:solidFill>
                  <a:srgbClr val="E30513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spcBef>
                <a:spcPct val="0"/>
              </a:spcBef>
            </a:pPr>
            <a:fld id="{E5604D16-77A5-43EF-85C1-75451FFE2453}" type="datetime4">
              <a:rPr lang="fr-FR" smtClean="0"/>
              <a:t>6 octobre 2026</a:t>
            </a:fld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575DE9F-755E-4846-8B3E-A8C5FEA52ACC}"/>
              </a:ext>
            </a:extLst>
          </p:cNvPr>
          <p:cNvSpPr txBox="1"/>
          <p:nvPr userDrawn="1"/>
        </p:nvSpPr>
        <p:spPr>
          <a:xfrm>
            <a:off x="1853625" y="788957"/>
            <a:ext cx="186852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sz="15000" b="1" dirty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1A051720-1FE2-A44B-8CC5-5D57EF9F33B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972290" y="5251843"/>
            <a:ext cx="4330959" cy="37223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1400" b="1" cap="all" baseline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dirty="0"/>
              <a:t>SOUS TITRE DU CHAPITRE</a:t>
            </a:r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9CAD0C4D-9F63-5349-B625-A15125B3B8B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972289" y="3201185"/>
            <a:ext cx="4330959" cy="194677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600" b="1" cap="all" baseline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TITRE DU CHAPITRE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3F5FC41A-67A4-45A4-B631-2CBA710FFE4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63041" y="5231999"/>
            <a:ext cx="1389155" cy="751004"/>
          </a:xfrm>
          <a:prstGeom prst="rect">
            <a:avLst/>
          </a:prstGeom>
        </p:spPr>
      </p:pic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84906076-558D-42E7-955D-2DDBC10A0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175611"/>
            <a:ext cx="7915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1C73C9BE-E189-394F-A62D-A87124F42ED1}" type="slidenum">
              <a:rPr lang="fr-FR" smtClean="0"/>
              <a:pPr/>
              <a:t>‹N°›</a:t>
            </a:fld>
            <a:r>
              <a:rPr lang="fr-FR" dirty="0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13855327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D12880B3-85B8-4620-95E1-CE222C269D50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AFC45E29-E691-5F41-A810-12AE81C8FAE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7CAB292B-6013-4605-8A49-063D03B38CC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454424" y="5337888"/>
              <a:ext cx="2158456" cy="664524"/>
            </a:xfrm>
            <a:prstGeom prst="rect">
              <a:avLst/>
            </a:prstGeom>
          </p:spPr>
        </p:pic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C66003DA-B8DD-864A-B60D-63B8ECA3217C}"/>
              </a:ext>
            </a:extLst>
          </p:cNvPr>
          <p:cNvSpPr/>
          <p:nvPr userDrawn="1"/>
        </p:nvSpPr>
        <p:spPr>
          <a:xfrm>
            <a:off x="793696" y="6402862"/>
            <a:ext cx="3223966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l" defTabSz="914400" rtl="0" eaLnBrk="1" latinLnBrk="0" hangingPunct="1"/>
            <a:r>
              <a:rPr lang="fr-FR" sz="60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Présentation sans valeur en l’absence des commentaires qui l’accompagnent</a:t>
            </a:r>
          </a:p>
        </p:txBody>
      </p:sp>
      <p:sp>
        <p:nvSpPr>
          <p:cNvPr id="29" name="Espace réservé de la date 3">
            <a:extLst>
              <a:ext uri="{FF2B5EF4-FFF2-40B4-BE49-F238E27FC236}">
                <a16:creationId xmlns:a16="http://schemas.microsoft.com/office/drawing/2014/main" id="{96FCC57C-9E09-254A-84C9-55F6B5A533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1547" y="6175611"/>
            <a:ext cx="320506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100000"/>
              </a:lnSpc>
              <a:defRPr lang="fr-FR" sz="800" b="1" kern="1200" cap="all" baseline="0" smtClean="0">
                <a:solidFill>
                  <a:srgbClr val="E30513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spcBef>
                <a:spcPct val="0"/>
              </a:spcBef>
            </a:pPr>
            <a:fld id="{1CD40887-BB5E-4811-BEC3-0552B67A6052}" type="datetime4">
              <a:rPr lang="fr-FR" smtClean="0"/>
              <a:t>6 octobre 2026</a:t>
            </a:fld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575DE9F-755E-4846-8B3E-A8C5FEA52ACC}"/>
              </a:ext>
            </a:extLst>
          </p:cNvPr>
          <p:cNvSpPr txBox="1"/>
          <p:nvPr userDrawn="1"/>
        </p:nvSpPr>
        <p:spPr>
          <a:xfrm>
            <a:off x="1907415" y="788957"/>
            <a:ext cx="186852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sz="15000" b="1" dirty="0">
                <a:solidFill>
                  <a:schemeClr val="accent5"/>
                </a:solidFill>
              </a:rPr>
              <a:t>4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20DFA845-EC0F-F945-8599-0A0B7CDFCD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972290" y="5251843"/>
            <a:ext cx="4330959" cy="37223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1400" b="1" cap="all" baseline="0">
                <a:solidFill>
                  <a:schemeClr val="accent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dirty="0"/>
              <a:t>SOUS TITRE DU CHAPITRE</a:t>
            </a:r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1582ED3B-DD03-EB4B-BAE5-AA45DFB4B76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972289" y="3201185"/>
            <a:ext cx="4330959" cy="194677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600" b="1" cap="all" baseline="0">
                <a:solidFill>
                  <a:schemeClr val="accent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TITRE DU CHAPITRE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D19762DF-A6BF-473F-B922-42472BCB540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63041" y="5231999"/>
            <a:ext cx="1389155" cy="751004"/>
          </a:xfrm>
          <a:prstGeom prst="rect">
            <a:avLst/>
          </a:prstGeom>
        </p:spPr>
      </p:pic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E854CFF9-CAF4-4AF2-BA1D-7947F59CD3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175611"/>
            <a:ext cx="7915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1C73C9BE-E189-394F-A62D-A87124F42ED1}" type="slidenum">
              <a:rPr lang="fr-FR" smtClean="0"/>
              <a:pPr/>
              <a:t>‹N°›</a:t>
            </a:fld>
            <a:r>
              <a:rPr lang="fr-FR" dirty="0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42201398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9E8B0937-DF93-4333-B0A9-9C43C1E1DC8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D71D84A3-3C1E-8A4D-BA4B-7796426E92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2D92E0C6-95AA-48A2-AC0B-4EAB9E2FE74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454424" y="5337888"/>
              <a:ext cx="2158456" cy="664524"/>
            </a:xfrm>
            <a:prstGeom prst="rect">
              <a:avLst/>
            </a:prstGeom>
          </p:spPr>
        </p:pic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C66003DA-B8DD-864A-B60D-63B8ECA3217C}"/>
              </a:ext>
            </a:extLst>
          </p:cNvPr>
          <p:cNvSpPr/>
          <p:nvPr userDrawn="1"/>
        </p:nvSpPr>
        <p:spPr>
          <a:xfrm>
            <a:off x="793696" y="6402862"/>
            <a:ext cx="3223966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l" defTabSz="914400" rtl="0" eaLnBrk="1" latinLnBrk="0" hangingPunct="1"/>
            <a:r>
              <a:rPr lang="fr-FR" sz="60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Présentation sans valeur en l’absence des commentaires qui l’accompagnent</a:t>
            </a:r>
          </a:p>
        </p:txBody>
      </p:sp>
      <p:sp>
        <p:nvSpPr>
          <p:cNvPr id="29" name="Espace réservé de la date 3">
            <a:extLst>
              <a:ext uri="{FF2B5EF4-FFF2-40B4-BE49-F238E27FC236}">
                <a16:creationId xmlns:a16="http://schemas.microsoft.com/office/drawing/2014/main" id="{96FCC57C-9E09-254A-84C9-55F6B5A533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1547" y="6175611"/>
            <a:ext cx="320506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100000"/>
              </a:lnSpc>
              <a:defRPr lang="fr-FR" sz="800" b="1" kern="1200" cap="all" baseline="0" smtClean="0">
                <a:solidFill>
                  <a:srgbClr val="E30513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spcBef>
                <a:spcPct val="0"/>
              </a:spcBef>
            </a:pPr>
            <a:fld id="{DD2F39B3-1BD0-454A-AA71-BDEFBC845E1C}" type="datetime4">
              <a:rPr lang="fr-FR" smtClean="0"/>
              <a:t>6 octobre 2026</a:t>
            </a:fld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575DE9F-755E-4846-8B3E-A8C5FEA52ACC}"/>
              </a:ext>
            </a:extLst>
          </p:cNvPr>
          <p:cNvSpPr txBox="1"/>
          <p:nvPr userDrawn="1"/>
        </p:nvSpPr>
        <p:spPr>
          <a:xfrm>
            <a:off x="1842867" y="788957"/>
            <a:ext cx="186852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sz="15000" b="1" dirty="0">
                <a:solidFill>
                  <a:schemeClr val="accent4"/>
                </a:solidFill>
              </a:rPr>
              <a:t>5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75CCDBE2-246B-FB49-9895-17787336354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972290" y="5251843"/>
            <a:ext cx="4330959" cy="37223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1400" b="1" cap="all" baseline="0">
                <a:solidFill>
                  <a:schemeClr val="accent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dirty="0"/>
              <a:t>SOUS TITRE DU CHAPITRE</a:t>
            </a:r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245A859C-7A87-594C-8A83-D51AE6CC78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972289" y="3201185"/>
            <a:ext cx="4330959" cy="194677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600" b="1" cap="all" baseline="0">
                <a:solidFill>
                  <a:schemeClr val="accent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TITRE DU CHAPITRE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346C80E6-8739-4F76-8D70-700BC8E8E80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63041" y="5231999"/>
            <a:ext cx="1389155" cy="751004"/>
          </a:xfrm>
          <a:prstGeom prst="rect">
            <a:avLst/>
          </a:prstGeom>
        </p:spPr>
      </p:pic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5BB8845C-282A-49DA-92B1-05F5EE4435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175611"/>
            <a:ext cx="7915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1C73C9BE-E189-394F-A62D-A87124F42ED1}" type="slidenum">
              <a:rPr lang="fr-FR" smtClean="0"/>
              <a:pPr/>
              <a:t>‹N°›</a:t>
            </a:fld>
            <a:r>
              <a:rPr lang="fr-FR" dirty="0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21586416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IT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9E8B0937-DF93-4333-B0A9-9C43C1E1DC8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D71D84A3-3C1E-8A4D-BA4B-7796426E92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2D92E0C6-95AA-48A2-AC0B-4EAB9E2FE74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454424" y="5337888"/>
              <a:ext cx="2158456" cy="664524"/>
            </a:xfrm>
            <a:prstGeom prst="rect">
              <a:avLst/>
            </a:prstGeom>
          </p:spPr>
        </p:pic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C66003DA-B8DD-864A-B60D-63B8ECA3217C}"/>
              </a:ext>
            </a:extLst>
          </p:cNvPr>
          <p:cNvSpPr/>
          <p:nvPr userDrawn="1"/>
        </p:nvSpPr>
        <p:spPr>
          <a:xfrm>
            <a:off x="793696" y="6402862"/>
            <a:ext cx="3223966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l" defTabSz="914400" rtl="0" eaLnBrk="1" latinLnBrk="0" hangingPunct="1"/>
            <a:r>
              <a:rPr lang="fr-FR" sz="60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Présentation sans valeur en l’absence des commentaires qui l’accompagnent</a:t>
            </a:r>
          </a:p>
        </p:txBody>
      </p:sp>
      <p:sp>
        <p:nvSpPr>
          <p:cNvPr id="29" name="Espace réservé de la date 3">
            <a:extLst>
              <a:ext uri="{FF2B5EF4-FFF2-40B4-BE49-F238E27FC236}">
                <a16:creationId xmlns:a16="http://schemas.microsoft.com/office/drawing/2014/main" id="{96FCC57C-9E09-254A-84C9-55F6B5A533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1547" y="6175611"/>
            <a:ext cx="320506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100000"/>
              </a:lnSpc>
              <a:defRPr lang="fr-FR" sz="800" b="1" kern="1200" cap="all" baseline="0" smtClean="0">
                <a:solidFill>
                  <a:srgbClr val="E30513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spcBef>
                <a:spcPct val="0"/>
              </a:spcBef>
            </a:pPr>
            <a:fld id="{DD2F39B3-1BD0-454A-AA71-BDEFBC845E1C}" type="datetime4">
              <a:rPr lang="fr-FR" smtClean="0"/>
              <a:t>6 octobre 2026</a:t>
            </a:fld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575DE9F-755E-4846-8B3E-A8C5FEA52ACC}"/>
              </a:ext>
            </a:extLst>
          </p:cNvPr>
          <p:cNvSpPr txBox="1"/>
          <p:nvPr userDrawn="1"/>
        </p:nvSpPr>
        <p:spPr>
          <a:xfrm>
            <a:off x="1842867" y="788957"/>
            <a:ext cx="186852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sz="15000" b="1" dirty="0">
                <a:solidFill>
                  <a:srgbClr val="E30513"/>
                </a:solidFill>
              </a:rPr>
              <a:t>6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75CCDBE2-246B-FB49-9895-17787336354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972290" y="5251843"/>
            <a:ext cx="4330959" cy="37223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1400" b="1" cap="all" baseline="0">
                <a:solidFill>
                  <a:srgbClr val="E3051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dirty="0"/>
              <a:t>SOUS TITRE DU CHAPITRE</a:t>
            </a:r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245A859C-7A87-594C-8A83-D51AE6CC78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972289" y="3201185"/>
            <a:ext cx="4330959" cy="194677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3600" b="1" cap="all" baseline="0">
                <a:solidFill>
                  <a:srgbClr val="E3051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TITRE DU CHAPITRE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346C80E6-8739-4F76-8D70-700BC8E8E80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63041" y="5231999"/>
            <a:ext cx="1389155" cy="751004"/>
          </a:xfrm>
          <a:prstGeom prst="rect">
            <a:avLst/>
          </a:prstGeom>
        </p:spPr>
      </p:pic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5BB8845C-282A-49DA-92B1-05F5EE4435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175611"/>
            <a:ext cx="7915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1C73C9BE-E189-394F-A62D-A87124F42ED1}" type="slidenum">
              <a:rPr lang="fr-FR" smtClean="0"/>
              <a:pPr/>
              <a:t>‹N°›</a:t>
            </a:fld>
            <a:r>
              <a:rPr lang="fr-FR" dirty="0"/>
              <a:t> -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FD3C04-59A9-450A-AAF8-33358C1FBB41}"/>
              </a:ext>
            </a:extLst>
          </p:cNvPr>
          <p:cNvSpPr/>
          <p:nvPr userDrawn="1"/>
        </p:nvSpPr>
        <p:spPr>
          <a:xfrm>
            <a:off x="1663429" y="710119"/>
            <a:ext cx="4912469" cy="5175564"/>
          </a:xfrm>
          <a:prstGeom prst="rect">
            <a:avLst/>
          </a:prstGeom>
          <a:noFill/>
          <a:ln w="158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81805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PI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FC7C6670-49E2-9D41-AD7C-55D6AC888F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FF21689-25D9-8848-93AE-F6DF5CA7AA7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A3FA746B-5689-C049-BB76-80A1A9665DE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57066" y="1409077"/>
            <a:ext cx="6277861" cy="4074332"/>
          </a:xfrm>
          <a:prstGeom prst="rect">
            <a:avLst/>
          </a:prstGeom>
        </p:spPr>
      </p:pic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FCEE03F9-E6FF-3544-8C84-CC28C4B570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19288" y="1858780"/>
            <a:ext cx="5350942" cy="3162925"/>
          </a:xfr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600" b="1" cap="all" baseline="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Titre, exergue </a:t>
            </a:r>
            <a:br>
              <a:rPr lang="fr-FR" dirty="0"/>
            </a:br>
            <a:r>
              <a:rPr lang="fr-FR" dirty="0"/>
              <a:t>ou citation</a:t>
            </a:r>
          </a:p>
        </p:txBody>
      </p:sp>
    </p:spTree>
    <p:extLst>
      <p:ext uri="{BB962C8B-B14F-4D97-AF65-F5344CB8AC3E}">
        <p14:creationId xmlns:p14="http://schemas.microsoft.com/office/powerpoint/2010/main" val="2936944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ED40A9C5-BF8D-4041-B668-EAA4258F6C7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5822066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66003DA-B8DD-864A-B60D-63B8ECA3217C}"/>
              </a:ext>
            </a:extLst>
          </p:cNvPr>
          <p:cNvSpPr/>
          <p:nvPr userDrawn="1"/>
        </p:nvSpPr>
        <p:spPr>
          <a:xfrm>
            <a:off x="793696" y="6402862"/>
            <a:ext cx="3223966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l" defTabSz="914400" rtl="0" eaLnBrk="1" latinLnBrk="0" hangingPunct="1"/>
            <a:r>
              <a:rPr lang="fr-FR" sz="60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Présentation sans valeur en l’absence des commentaires qui l’accompagnent</a:t>
            </a:r>
          </a:p>
        </p:txBody>
      </p:sp>
      <p:sp>
        <p:nvSpPr>
          <p:cNvPr id="29" name="Espace réservé de la date 3">
            <a:extLst>
              <a:ext uri="{FF2B5EF4-FFF2-40B4-BE49-F238E27FC236}">
                <a16:creationId xmlns:a16="http://schemas.microsoft.com/office/drawing/2014/main" id="{96FCC57C-9E09-254A-84C9-55F6B5A533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1547" y="6175611"/>
            <a:ext cx="320506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100000"/>
              </a:lnSpc>
              <a:defRPr lang="fr-FR" sz="800" b="1" kern="1200" cap="all" baseline="0" smtClean="0">
                <a:solidFill>
                  <a:srgbClr val="E30513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spcBef>
                <a:spcPct val="0"/>
              </a:spcBef>
            </a:pPr>
            <a:fld id="{13A0FAB9-CEE2-452F-9049-07B332E3AE2E}" type="datetime4">
              <a:rPr lang="fr-FR" smtClean="0"/>
              <a:t>6 octobre 2026</a:t>
            </a:fld>
            <a:endParaRPr lang="fr-FR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D5390879-0BE1-2D48-BA9A-DE6EA6DA11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195" y="644581"/>
            <a:ext cx="734581" cy="72893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fr-FR" sz="4200" b="1" kern="1200" dirty="0">
                <a:solidFill>
                  <a:srgbClr val="E3051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dirty="0"/>
              <a:t>0</a:t>
            </a:r>
          </a:p>
        </p:txBody>
      </p:sp>
      <p:sp>
        <p:nvSpPr>
          <p:cNvPr id="16" name="Espace réservé du texte 6">
            <a:extLst>
              <a:ext uri="{FF2B5EF4-FFF2-40B4-BE49-F238E27FC236}">
                <a16:creationId xmlns:a16="http://schemas.microsoft.com/office/drawing/2014/main" id="{F5FA3E84-9257-F640-9280-E6BA81813EF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272483"/>
            <a:ext cx="5400571" cy="36353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fr-FR" sz="1200" b="1" kern="1200" cap="all" baseline="0" dirty="0">
                <a:solidFill>
                  <a:srgbClr val="E30513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RAPPEL DU CHAPITRE</a:t>
            </a:r>
          </a:p>
        </p:txBody>
      </p:sp>
      <p:sp>
        <p:nvSpPr>
          <p:cNvPr id="17" name="Espace réservé du texte 19">
            <a:extLst>
              <a:ext uri="{FF2B5EF4-FFF2-40B4-BE49-F238E27FC236}">
                <a16:creationId xmlns:a16="http://schemas.microsoft.com/office/drawing/2014/main" id="{B7462D68-31CA-9742-A9C5-85C137E1D9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5314" y="1306901"/>
            <a:ext cx="8993186" cy="32210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lang="fr-FR" sz="1800" kern="1200" cap="all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SOUS-TITRE DE LA PAGE</a:t>
            </a:r>
          </a:p>
        </p:txBody>
      </p:sp>
      <p:sp>
        <p:nvSpPr>
          <p:cNvPr id="18" name="Espace réservé du texte 26">
            <a:extLst>
              <a:ext uri="{FF2B5EF4-FFF2-40B4-BE49-F238E27FC236}">
                <a16:creationId xmlns:a16="http://schemas.microsoft.com/office/drawing/2014/main" id="{AA12A20D-DCEE-E04A-944A-B1FCE8F85D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95426" y="1934598"/>
            <a:ext cx="8993187" cy="85170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/>
            </a:lvl1pPr>
          </a:lstStyle>
          <a:p>
            <a:r>
              <a:rPr lang="fr-FR" dirty="0"/>
              <a:t>Introduction – texte courant</a:t>
            </a:r>
          </a:p>
        </p:txBody>
      </p:sp>
      <p:sp>
        <p:nvSpPr>
          <p:cNvPr id="20" name="Espace réservé du texte 2">
            <a:extLst>
              <a:ext uri="{FF2B5EF4-FFF2-40B4-BE49-F238E27FC236}">
                <a16:creationId xmlns:a16="http://schemas.microsoft.com/office/drawing/2014/main" id="{F23FC01D-325C-CF44-8930-5E2D7852415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95313" y="854310"/>
            <a:ext cx="8993187" cy="3333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2200" b="1" kern="1200" cap="all" baseline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dirty="0"/>
              <a:t>TITRE DE LA PAGE</a:t>
            </a:r>
          </a:p>
        </p:txBody>
      </p:sp>
      <p:sp>
        <p:nvSpPr>
          <p:cNvPr id="22" name="Espace réservé du texte 29">
            <a:extLst>
              <a:ext uri="{FF2B5EF4-FFF2-40B4-BE49-F238E27FC236}">
                <a16:creationId xmlns:a16="http://schemas.microsoft.com/office/drawing/2014/main" id="{CEEE0E53-D272-9349-9A0C-56243AC3C1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95426" y="2911642"/>
            <a:ext cx="8993187" cy="2857332"/>
          </a:xfrm>
          <a:prstGeom prst="rect">
            <a:avLst/>
          </a:prstGeom>
        </p:spPr>
        <p:txBody>
          <a:bodyPr/>
          <a:lstStyle>
            <a:lvl1pPr marL="133350" indent="-133350">
              <a:buClr>
                <a:schemeClr val="tx2"/>
              </a:buClr>
              <a:buFont typeface="Wingdings" pitchFamily="2" charset="2"/>
              <a:buChar char="§"/>
              <a:tabLst/>
              <a:defRPr sz="1200" b="1" cap="none" baseline="0">
                <a:latin typeface="+mn-lt"/>
              </a:defRPr>
            </a:lvl1pPr>
            <a:lvl2pPr marL="314325" indent="-134938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Font typeface="Police système"/>
              <a:buChar char="‣"/>
              <a:tabLst/>
              <a:defRPr sz="1200" b="1" cap="none" baseline="0"/>
            </a:lvl2pPr>
          </a:lstStyle>
          <a:p>
            <a:r>
              <a:rPr lang="fr-FR" dirty="0"/>
              <a:t>TITRE DE NIVEAU 2</a:t>
            </a:r>
          </a:p>
          <a:p>
            <a:pPr lvl="1"/>
            <a:r>
              <a:rPr lang="fr-FR" dirty="0"/>
              <a:t>Titre de niveau 3 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5FC2A112-9D41-4E99-81D4-79EA5CE0D5F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62904" y="6091382"/>
            <a:ext cx="1433667" cy="441383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0097C33A-102A-4528-8215-6D1504055E5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51496" y="6100722"/>
            <a:ext cx="967351" cy="522969"/>
          </a:xfrm>
          <a:prstGeom prst="rect">
            <a:avLst/>
          </a:prstGeom>
        </p:spPr>
      </p:pic>
      <p:sp>
        <p:nvSpPr>
          <p:cNvPr id="15" name="Espace réservé du numéro de diapositive 5">
            <a:extLst>
              <a:ext uri="{FF2B5EF4-FFF2-40B4-BE49-F238E27FC236}">
                <a16:creationId xmlns:a16="http://schemas.microsoft.com/office/drawing/2014/main" id="{D0A6C4E4-1F0A-4AB2-AC23-29E6C7DC19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175611"/>
            <a:ext cx="7915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1C73C9BE-E189-394F-A62D-A87124F42ED1}" type="slidenum">
              <a:rPr lang="fr-FR" smtClean="0"/>
              <a:pPr/>
              <a:t>‹N°›</a:t>
            </a:fld>
            <a:r>
              <a:rPr lang="fr-FR" dirty="0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28862470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EXER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20">
            <a:extLst>
              <a:ext uri="{FF2B5EF4-FFF2-40B4-BE49-F238E27FC236}">
                <a16:creationId xmlns:a16="http://schemas.microsoft.com/office/drawing/2014/main" id="{F790437F-8149-E943-B1A8-B4C22C260A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5822066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66003DA-B8DD-864A-B60D-63B8ECA3217C}"/>
              </a:ext>
            </a:extLst>
          </p:cNvPr>
          <p:cNvSpPr/>
          <p:nvPr userDrawn="1"/>
        </p:nvSpPr>
        <p:spPr>
          <a:xfrm>
            <a:off x="793696" y="6402862"/>
            <a:ext cx="3223966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l" defTabSz="914400" rtl="0" eaLnBrk="1" latinLnBrk="0" hangingPunct="1"/>
            <a:r>
              <a:rPr lang="fr-FR" sz="60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Présentation sans valeur en l’absence des commentaires qui l’accompagnent</a:t>
            </a:r>
          </a:p>
        </p:txBody>
      </p:sp>
      <p:sp>
        <p:nvSpPr>
          <p:cNvPr id="29" name="Espace réservé de la date 3">
            <a:extLst>
              <a:ext uri="{FF2B5EF4-FFF2-40B4-BE49-F238E27FC236}">
                <a16:creationId xmlns:a16="http://schemas.microsoft.com/office/drawing/2014/main" id="{96FCC57C-9E09-254A-84C9-55F6B5A5335D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>
          <a:xfrm>
            <a:off x="791547" y="6175611"/>
            <a:ext cx="320506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100000"/>
              </a:lnSpc>
              <a:defRPr lang="fr-FR" sz="800" b="1" kern="1200" cap="all" baseline="0" smtClean="0">
                <a:solidFill>
                  <a:srgbClr val="E30513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spcBef>
                <a:spcPct val="0"/>
              </a:spcBef>
            </a:pPr>
            <a:fld id="{3B9576C5-6AED-45F8-B211-CE53B3002628}" type="datetime4">
              <a:rPr lang="fr-FR" smtClean="0"/>
              <a:t>6 octobre 2026</a:t>
            </a:fld>
            <a:endParaRPr lang="fr-FR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D5390879-0BE1-2D48-BA9A-DE6EA6DA114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89195" y="644581"/>
            <a:ext cx="734581" cy="72893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fr-FR" sz="4200" b="1" kern="1200" dirty="0">
                <a:solidFill>
                  <a:srgbClr val="E3051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dirty="0"/>
              <a:t>0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06C73560-E86C-E24A-9342-3E4A04C5CD4B}"/>
              </a:ext>
            </a:extLst>
          </p:cNvPr>
          <p:cNvCxnSpPr>
            <a:cxnSpLocks/>
          </p:cNvCxnSpPr>
          <p:nvPr userDrawn="1"/>
        </p:nvCxnSpPr>
        <p:spPr>
          <a:xfrm>
            <a:off x="6604000" y="5223497"/>
            <a:ext cx="3766167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Espace réservé du texte 6">
            <a:extLst>
              <a:ext uri="{FF2B5EF4-FFF2-40B4-BE49-F238E27FC236}">
                <a16:creationId xmlns:a16="http://schemas.microsoft.com/office/drawing/2014/main" id="{3734841F-24E8-994F-8650-403453434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1" y="281044"/>
            <a:ext cx="5404992" cy="36353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fr-FR" sz="1200" b="1" kern="1200" cap="all" baseline="0" dirty="0">
                <a:solidFill>
                  <a:srgbClr val="E30513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RAPPEL DU CHAPITRE</a:t>
            </a:r>
          </a:p>
        </p:txBody>
      </p:sp>
      <p:sp>
        <p:nvSpPr>
          <p:cNvPr id="38" name="Espace réservé du texte 5">
            <a:extLst>
              <a:ext uri="{FF2B5EF4-FFF2-40B4-BE49-F238E27FC236}">
                <a16:creationId xmlns:a16="http://schemas.microsoft.com/office/drawing/2014/main" id="{AE7084F9-E82D-7142-A743-93F5789E81D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02455" y="5302520"/>
            <a:ext cx="3767712" cy="273050"/>
          </a:xfrm>
        </p:spPr>
        <p:txBody>
          <a:bodyPr anchor="ctr">
            <a:normAutofit/>
          </a:bodyPr>
          <a:lstStyle>
            <a:lvl1pPr marL="0" indent="0" algn="l">
              <a:buNone/>
              <a:defRPr sz="1000" b="1" cap="all" baseline="0"/>
            </a:lvl1pPr>
          </a:lstStyle>
          <a:p>
            <a:r>
              <a:rPr lang="fr-FR" dirty="0"/>
              <a:t>TITRE DU SCHÉMA</a:t>
            </a:r>
          </a:p>
        </p:txBody>
      </p:sp>
      <p:sp>
        <p:nvSpPr>
          <p:cNvPr id="15" name="Espace réservé du texte 19">
            <a:extLst>
              <a:ext uri="{FF2B5EF4-FFF2-40B4-BE49-F238E27FC236}">
                <a16:creationId xmlns:a16="http://schemas.microsoft.com/office/drawing/2014/main" id="{C5D05B95-009D-AB42-8686-70978AA2482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95313" y="1306901"/>
            <a:ext cx="8993300" cy="32210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lang="fr-FR" sz="1800" kern="1200" cap="all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SOUS-TITRE DE LA PAGE</a:t>
            </a:r>
          </a:p>
        </p:txBody>
      </p:sp>
      <p:sp>
        <p:nvSpPr>
          <p:cNvPr id="16" name="Espace réservé du texte 26">
            <a:extLst>
              <a:ext uri="{FF2B5EF4-FFF2-40B4-BE49-F238E27FC236}">
                <a16:creationId xmlns:a16="http://schemas.microsoft.com/office/drawing/2014/main" id="{7F4D760D-DC8C-E642-B19E-5C04506B03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95427" y="1934598"/>
            <a:ext cx="4247999" cy="383437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/>
            </a:lvl1pPr>
          </a:lstStyle>
          <a:p>
            <a:r>
              <a:rPr lang="fr-FR" dirty="0"/>
              <a:t>Introduction – texte courant</a:t>
            </a:r>
          </a:p>
        </p:txBody>
      </p: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C148A8A0-9D72-8A43-AFDA-216258C7073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95313" y="854310"/>
            <a:ext cx="8993300" cy="3333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2200" b="1" kern="1200" cap="all" baseline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dirty="0"/>
              <a:t>TITRE DE LA PAGE</a:t>
            </a:r>
          </a:p>
        </p:txBody>
      </p:sp>
      <p:pic>
        <p:nvPicPr>
          <p:cNvPr id="20" name="Image 19">
            <a:extLst>
              <a:ext uri="{FF2B5EF4-FFF2-40B4-BE49-F238E27FC236}">
                <a16:creationId xmlns:a16="http://schemas.microsoft.com/office/drawing/2014/main" id="{13E290DC-1FBF-46FF-B650-343DA8E2C6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62904" y="6091382"/>
            <a:ext cx="1433667" cy="441383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BB3C3038-0E9E-49D7-B720-C8A46A60D22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51496" y="6100722"/>
            <a:ext cx="967351" cy="522969"/>
          </a:xfrm>
          <a:prstGeom prst="rect">
            <a:avLst/>
          </a:prstGeom>
        </p:spPr>
      </p:pic>
      <p:sp>
        <p:nvSpPr>
          <p:cNvPr id="19" name="Espace réservé du numéro de diapositive 5">
            <a:extLst>
              <a:ext uri="{FF2B5EF4-FFF2-40B4-BE49-F238E27FC236}">
                <a16:creationId xmlns:a16="http://schemas.microsoft.com/office/drawing/2014/main" id="{1983DE12-947A-42AA-8C87-DB0E4671A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175611"/>
            <a:ext cx="7915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1C73C9BE-E189-394F-A62D-A87124F42ED1}" type="slidenum">
              <a:rPr lang="fr-FR" smtClean="0"/>
              <a:pPr/>
              <a:t>‹N°›</a:t>
            </a:fld>
            <a:r>
              <a:rPr lang="fr-FR" dirty="0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24913097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11">
            <a:extLst>
              <a:ext uri="{FF2B5EF4-FFF2-40B4-BE49-F238E27FC236}">
                <a16:creationId xmlns:a16="http://schemas.microsoft.com/office/drawing/2014/main" id="{006ABE77-11B5-F742-A95B-2806D2F3F5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5822066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66003DA-B8DD-864A-B60D-63B8ECA3217C}"/>
              </a:ext>
            </a:extLst>
          </p:cNvPr>
          <p:cNvSpPr/>
          <p:nvPr userDrawn="1"/>
        </p:nvSpPr>
        <p:spPr>
          <a:xfrm>
            <a:off x="793696" y="6402862"/>
            <a:ext cx="3223966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l" defTabSz="914400" rtl="0" eaLnBrk="1" latinLnBrk="0" hangingPunct="1"/>
            <a:r>
              <a:rPr lang="fr-FR" sz="60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Présentation sans valeur en l’absence des commentaires qui l’accompagnent</a:t>
            </a:r>
          </a:p>
        </p:txBody>
      </p:sp>
      <p:sp>
        <p:nvSpPr>
          <p:cNvPr id="29" name="Espace réservé de la date 3">
            <a:extLst>
              <a:ext uri="{FF2B5EF4-FFF2-40B4-BE49-F238E27FC236}">
                <a16:creationId xmlns:a16="http://schemas.microsoft.com/office/drawing/2014/main" id="{96FCC57C-9E09-254A-84C9-55F6B5A533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1547" y="6175611"/>
            <a:ext cx="320506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100000"/>
              </a:lnSpc>
              <a:defRPr lang="fr-FR" sz="800" b="1" kern="1200" cap="all" baseline="0" smtClean="0">
                <a:solidFill>
                  <a:srgbClr val="E30513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spcBef>
                <a:spcPct val="0"/>
              </a:spcBef>
            </a:pPr>
            <a:fld id="{7DBC75E7-237A-4696-88A6-F381D9597E1D}" type="datetime4">
              <a:rPr lang="fr-FR" smtClean="0"/>
              <a:t>6 octobre 2026</a:t>
            </a:fld>
            <a:endParaRPr lang="fr-FR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D5390879-0BE1-2D48-BA9A-DE6EA6DA11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195" y="644581"/>
            <a:ext cx="734581" cy="72893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fr-FR" sz="4200" b="1" kern="1200" dirty="0">
                <a:solidFill>
                  <a:srgbClr val="E3051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dirty="0"/>
              <a:t>0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5D7E42A-8189-7941-AFE0-4C6B4ECA795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458674" y="1934598"/>
            <a:ext cx="4029940" cy="383437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000" i="1"/>
            </a:lvl1pPr>
          </a:lstStyle>
          <a:p>
            <a:r>
              <a:rPr lang="fr-FR" dirty="0"/>
              <a:t>IMAGE</a:t>
            </a:r>
          </a:p>
        </p:txBody>
      </p:sp>
      <p:sp>
        <p:nvSpPr>
          <p:cNvPr id="19" name="Espace réservé du texte 6">
            <a:extLst>
              <a:ext uri="{FF2B5EF4-FFF2-40B4-BE49-F238E27FC236}">
                <a16:creationId xmlns:a16="http://schemas.microsoft.com/office/drawing/2014/main" id="{05FB9BB3-1758-364C-A446-FA93A72B21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259420"/>
            <a:ext cx="5400571" cy="36353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fr-FR" sz="1200" b="1" kern="1200" cap="all" baseline="0" dirty="0">
                <a:solidFill>
                  <a:srgbClr val="E30513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RAPPEL DU CHAPITRE</a:t>
            </a:r>
          </a:p>
        </p:txBody>
      </p:sp>
      <p:sp>
        <p:nvSpPr>
          <p:cNvPr id="21" name="Espace réservé du texte 29">
            <a:extLst>
              <a:ext uri="{FF2B5EF4-FFF2-40B4-BE49-F238E27FC236}">
                <a16:creationId xmlns:a16="http://schemas.microsoft.com/office/drawing/2014/main" id="{A35B8647-B754-C24A-8E45-7FB87D19CCB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95427" y="2899611"/>
            <a:ext cx="4247888" cy="2869363"/>
          </a:xfrm>
          <a:prstGeom prst="rect">
            <a:avLst/>
          </a:prstGeom>
        </p:spPr>
        <p:txBody>
          <a:bodyPr/>
          <a:lstStyle>
            <a:lvl1pPr marL="133350" indent="-133350">
              <a:buClr>
                <a:schemeClr val="tx2"/>
              </a:buClr>
              <a:buFont typeface="Wingdings" pitchFamily="2" charset="2"/>
              <a:buChar char="§"/>
              <a:tabLst/>
              <a:defRPr sz="1200" b="1" cap="none" baseline="0">
                <a:latin typeface="+mn-lt"/>
              </a:defRPr>
            </a:lvl1pPr>
            <a:lvl2pPr marL="314325" indent="-134938">
              <a:lnSpc>
                <a:spcPct val="100000"/>
              </a:lnSpc>
              <a:spcBef>
                <a:spcPts val="1200"/>
              </a:spcBef>
              <a:buClr>
                <a:schemeClr val="tx2"/>
              </a:buClr>
              <a:buFont typeface="Police système"/>
              <a:buChar char="‣"/>
              <a:tabLst/>
              <a:defRPr sz="1200" b="1" cap="none" baseline="0"/>
            </a:lvl2pPr>
          </a:lstStyle>
          <a:p>
            <a:r>
              <a:rPr lang="fr-FR" dirty="0"/>
              <a:t>TITRE DE NIVEAU 2</a:t>
            </a:r>
          </a:p>
          <a:p>
            <a:pPr lvl="1"/>
            <a:r>
              <a:rPr lang="fr-FR" dirty="0"/>
              <a:t>Titre de niveau 3 </a:t>
            </a:r>
          </a:p>
        </p:txBody>
      </p:sp>
      <p:sp>
        <p:nvSpPr>
          <p:cNvPr id="18" name="Espace réservé du texte 19">
            <a:extLst>
              <a:ext uri="{FF2B5EF4-FFF2-40B4-BE49-F238E27FC236}">
                <a16:creationId xmlns:a16="http://schemas.microsoft.com/office/drawing/2014/main" id="{5DF4675D-1854-0145-BEC8-CFB34E639BD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95313" y="1306901"/>
            <a:ext cx="8993301" cy="32210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lang="fr-FR" sz="1800" kern="1200" cap="all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SOUS-TITRE DE LA PAGE</a:t>
            </a:r>
          </a:p>
        </p:txBody>
      </p:sp>
      <p:sp>
        <p:nvSpPr>
          <p:cNvPr id="25" name="Espace réservé du texte 26">
            <a:extLst>
              <a:ext uri="{FF2B5EF4-FFF2-40B4-BE49-F238E27FC236}">
                <a16:creationId xmlns:a16="http://schemas.microsoft.com/office/drawing/2014/main" id="{A57A625A-7A04-1E42-A10E-75212ED6E0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95427" y="1934598"/>
            <a:ext cx="4247999" cy="85170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/>
            </a:lvl1pPr>
          </a:lstStyle>
          <a:p>
            <a:r>
              <a:rPr lang="fr-FR" dirty="0"/>
              <a:t>Introduction – texte courant</a:t>
            </a:r>
          </a:p>
        </p:txBody>
      </p:sp>
      <p:sp>
        <p:nvSpPr>
          <p:cNvPr id="26" name="Espace réservé du texte 2">
            <a:extLst>
              <a:ext uri="{FF2B5EF4-FFF2-40B4-BE49-F238E27FC236}">
                <a16:creationId xmlns:a16="http://schemas.microsoft.com/office/drawing/2014/main" id="{988DE8F8-558A-0944-A298-DF9686482EC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95313" y="854310"/>
            <a:ext cx="8993301" cy="3333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2200" b="1" kern="1200" cap="all" baseline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dirty="0"/>
              <a:t>TITRE DE LA PAGE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B8F99316-3D4E-4C1C-8292-9F60A45F000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62904" y="6091382"/>
            <a:ext cx="1433667" cy="441383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4FD7D993-5A90-4A5E-AADB-C29F57B08C6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51496" y="6100722"/>
            <a:ext cx="967351" cy="522969"/>
          </a:xfrm>
          <a:prstGeom prst="rect">
            <a:avLst/>
          </a:prstGeom>
        </p:spPr>
      </p:pic>
      <p:sp>
        <p:nvSpPr>
          <p:cNvPr id="16" name="Espace réservé du numéro de diapositive 5">
            <a:extLst>
              <a:ext uri="{FF2B5EF4-FFF2-40B4-BE49-F238E27FC236}">
                <a16:creationId xmlns:a16="http://schemas.microsoft.com/office/drawing/2014/main" id="{A4B55401-4C27-41AC-AA3F-7B7FCECE9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175611"/>
            <a:ext cx="7915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1C73C9BE-E189-394F-A62D-A87124F42ED1}" type="slidenum">
              <a:rPr lang="fr-FR" smtClean="0"/>
              <a:pPr/>
              <a:t>‹N°›</a:t>
            </a:fld>
            <a:r>
              <a:rPr lang="fr-FR" dirty="0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1824083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D5862ED1-0F63-DC4D-8D85-43828E0300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5822066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66003DA-B8DD-864A-B60D-63B8ECA3217C}"/>
              </a:ext>
            </a:extLst>
          </p:cNvPr>
          <p:cNvSpPr/>
          <p:nvPr userDrawn="1"/>
        </p:nvSpPr>
        <p:spPr>
          <a:xfrm>
            <a:off x="793696" y="6412159"/>
            <a:ext cx="3223966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l" defTabSz="914400" rtl="0" eaLnBrk="1" latinLnBrk="0" hangingPunct="1"/>
            <a:r>
              <a:rPr lang="fr-FR" sz="60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Présentation sans valeur en l’absence des commentaires qui l’accompagnent</a:t>
            </a:r>
          </a:p>
        </p:txBody>
      </p:sp>
      <p:sp>
        <p:nvSpPr>
          <p:cNvPr id="29" name="Espace réservé de la date 3">
            <a:extLst>
              <a:ext uri="{FF2B5EF4-FFF2-40B4-BE49-F238E27FC236}">
                <a16:creationId xmlns:a16="http://schemas.microsoft.com/office/drawing/2014/main" id="{96FCC57C-9E09-254A-84C9-55F6B5A533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1547" y="6184908"/>
            <a:ext cx="320506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100000"/>
              </a:lnSpc>
              <a:defRPr lang="fr-FR" sz="800" b="1" kern="1200" cap="all" baseline="0" smtClean="0">
                <a:solidFill>
                  <a:srgbClr val="E30513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spcBef>
                <a:spcPct val="0"/>
              </a:spcBef>
            </a:pPr>
            <a:fld id="{A46541C7-B7BB-4FD3-B517-14C01B3987A5}" type="datetime4">
              <a:rPr lang="fr-FR" smtClean="0"/>
              <a:t>6 octobre 2026</a:t>
            </a:fld>
            <a:endParaRPr lang="fr-FR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D5390879-0BE1-2D48-BA9A-DE6EA6DA11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195" y="644581"/>
            <a:ext cx="734581" cy="72893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fr-FR" sz="4200" b="1" kern="1200" dirty="0">
                <a:solidFill>
                  <a:srgbClr val="E3051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dirty="0"/>
              <a:t>0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5D7E42A-8189-7941-AFE0-4C6B4ECA795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495315" y="1741340"/>
            <a:ext cx="8993298" cy="402763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000" i="1"/>
            </a:lvl1pPr>
          </a:lstStyle>
          <a:p>
            <a:r>
              <a:rPr lang="fr-FR" dirty="0"/>
              <a:t>IMAGE</a:t>
            </a:r>
          </a:p>
        </p:txBody>
      </p:sp>
      <p:sp>
        <p:nvSpPr>
          <p:cNvPr id="12" name="Espace réservé du texte 6">
            <a:extLst>
              <a:ext uri="{FF2B5EF4-FFF2-40B4-BE49-F238E27FC236}">
                <a16:creationId xmlns:a16="http://schemas.microsoft.com/office/drawing/2014/main" id="{C5D715B0-698F-A049-BB1F-72F8CCCA04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281044"/>
            <a:ext cx="5400571" cy="36353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fr-FR" sz="1200" b="1" kern="1200" cap="all" baseline="0" dirty="0">
                <a:solidFill>
                  <a:srgbClr val="E30513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RAPPEL DU CHAPITRE</a:t>
            </a:r>
          </a:p>
        </p:txBody>
      </p:sp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F5DE8D5A-619A-504F-B719-3356A2722C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95313" y="854310"/>
            <a:ext cx="8993297" cy="3333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2200" b="1" kern="1200" cap="all" baseline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dirty="0"/>
              <a:t>TITRE DE LA PHOTO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79CDA025-D529-4B74-A1E9-8B415DAFFB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62904" y="6091382"/>
            <a:ext cx="1433667" cy="44138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FF25DE0E-249F-47F2-93E4-84D9BF772F2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51496" y="6100722"/>
            <a:ext cx="967351" cy="522969"/>
          </a:xfrm>
          <a:prstGeom prst="rect">
            <a:avLst/>
          </a:prstGeom>
        </p:spPr>
      </p:pic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068B236F-F98E-441D-944C-2CA37E886A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175611"/>
            <a:ext cx="7915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1C73C9BE-E189-394F-A62D-A87124F42ED1}" type="slidenum">
              <a:rPr lang="fr-FR" smtClean="0"/>
              <a:pPr/>
              <a:t>‹N°›</a:t>
            </a:fld>
            <a:r>
              <a:rPr lang="fr-FR" dirty="0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783052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D5862ED1-0F63-DC4D-8D85-43828E0300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5822066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66003DA-B8DD-864A-B60D-63B8ECA3217C}"/>
              </a:ext>
            </a:extLst>
          </p:cNvPr>
          <p:cNvSpPr/>
          <p:nvPr userDrawn="1"/>
        </p:nvSpPr>
        <p:spPr>
          <a:xfrm>
            <a:off x="793696" y="6394891"/>
            <a:ext cx="3223966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l" defTabSz="914400" rtl="0" eaLnBrk="1" latinLnBrk="0" hangingPunct="1"/>
            <a:r>
              <a:rPr lang="fr-FR" sz="60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Présentation sans valeur en l’absence des commentaires qui l’accompagnent</a:t>
            </a:r>
          </a:p>
        </p:txBody>
      </p:sp>
      <p:sp>
        <p:nvSpPr>
          <p:cNvPr id="29" name="Espace réservé de la date 3">
            <a:extLst>
              <a:ext uri="{FF2B5EF4-FFF2-40B4-BE49-F238E27FC236}">
                <a16:creationId xmlns:a16="http://schemas.microsoft.com/office/drawing/2014/main" id="{96FCC57C-9E09-254A-84C9-55F6B5A533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1547" y="6167640"/>
            <a:ext cx="320506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100000"/>
              </a:lnSpc>
              <a:defRPr lang="fr-FR" sz="800" b="1" kern="1200" cap="all" baseline="0" smtClean="0">
                <a:solidFill>
                  <a:srgbClr val="E30513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spcBef>
                <a:spcPct val="0"/>
              </a:spcBef>
            </a:pPr>
            <a:fld id="{9260348D-10C4-4B51-AC2B-8D13C5084173}" type="datetime4">
              <a:rPr lang="fr-FR" smtClean="0"/>
              <a:t>6 octobre 2026</a:t>
            </a:fld>
            <a:endParaRPr lang="fr-FR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D5390879-0BE1-2D48-BA9A-DE6EA6DA11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195" y="644581"/>
            <a:ext cx="734581" cy="72893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fr-FR" sz="4200" b="1" kern="1200" dirty="0">
                <a:solidFill>
                  <a:srgbClr val="E3051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dirty="0"/>
              <a:t>0</a:t>
            </a:r>
          </a:p>
        </p:txBody>
      </p:sp>
      <p:sp>
        <p:nvSpPr>
          <p:cNvPr id="12" name="Espace réservé du texte 6">
            <a:extLst>
              <a:ext uri="{FF2B5EF4-FFF2-40B4-BE49-F238E27FC236}">
                <a16:creationId xmlns:a16="http://schemas.microsoft.com/office/drawing/2014/main" id="{8FF03ED6-96BE-2E40-B788-1304AAB9FF2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281044"/>
            <a:ext cx="5400571" cy="36353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fr-FR" sz="1200" b="1" kern="1200" cap="all" baseline="0" dirty="0">
                <a:solidFill>
                  <a:srgbClr val="E30513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RAPPEL DU CHAPITRE</a:t>
            </a:r>
          </a:p>
        </p:txBody>
      </p:sp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929C379C-8DB1-9747-9499-C62C2FDF8A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95313" y="854310"/>
            <a:ext cx="9372983" cy="3333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2200" b="1" kern="1200" cap="all" baseline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dirty="0"/>
              <a:t>TITRE DU TABLEAU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2E6EED66-CAC3-43F2-8A01-DE1E84E3531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62904" y="6091382"/>
            <a:ext cx="1433667" cy="44138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37F8296E-0390-4062-8F81-4BAB4D79CF7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51496" y="6100722"/>
            <a:ext cx="967351" cy="522969"/>
          </a:xfrm>
          <a:prstGeom prst="rect">
            <a:avLst/>
          </a:prstGeom>
        </p:spPr>
      </p:pic>
      <p:sp>
        <p:nvSpPr>
          <p:cNvPr id="15" name="Espace réservé du numéro de diapositive 5">
            <a:extLst>
              <a:ext uri="{FF2B5EF4-FFF2-40B4-BE49-F238E27FC236}">
                <a16:creationId xmlns:a16="http://schemas.microsoft.com/office/drawing/2014/main" id="{EE88AB15-D1DA-499B-9D1A-924FD80F58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175611"/>
            <a:ext cx="7915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1C73C9BE-E189-394F-A62D-A87124F42ED1}" type="slidenum">
              <a:rPr lang="fr-FR" smtClean="0"/>
              <a:pPr/>
              <a:t>‹N°›</a:t>
            </a:fld>
            <a:r>
              <a:rPr lang="fr-FR" dirty="0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42180605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E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 29">
            <a:extLst>
              <a:ext uri="{FF2B5EF4-FFF2-40B4-BE49-F238E27FC236}">
                <a16:creationId xmlns:a16="http://schemas.microsoft.com/office/drawing/2014/main" id="{D7048DEE-DA73-7E45-B9E3-C6F79C1A28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5822066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72DC466E-FBAF-5640-8D53-D01BD0A5603A}"/>
              </a:ext>
            </a:extLst>
          </p:cNvPr>
          <p:cNvSpPr/>
          <p:nvPr userDrawn="1"/>
        </p:nvSpPr>
        <p:spPr>
          <a:xfrm>
            <a:off x="1495314" y="1741339"/>
            <a:ext cx="8993299" cy="4027635"/>
          </a:xfrm>
          <a:prstGeom prst="rect">
            <a:avLst/>
          </a:prstGeom>
          <a:solidFill>
            <a:srgbClr val="F1F2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66003DA-B8DD-864A-B60D-63B8ECA3217C}"/>
              </a:ext>
            </a:extLst>
          </p:cNvPr>
          <p:cNvSpPr/>
          <p:nvPr userDrawn="1"/>
        </p:nvSpPr>
        <p:spPr>
          <a:xfrm>
            <a:off x="793696" y="6394891"/>
            <a:ext cx="3223966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algn="l" defTabSz="914400" rtl="0" eaLnBrk="1" latinLnBrk="0" hangingPunct="1"/>
            <a:r>
              <a:rPr lang="fr-FR" sz="600" kern="12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Présentation sans valeur en l’absence des commentaires qui l’accompagnent</a:t>
            </a:r>
          </a:p>
        </p:txBody>
      </p:sp>
      <p:sp>
        <p:nvSpPr>
          <p:cNvPr id="29" name="Espace réservé de la date 3">
            <a:extLst>
              <a:ext uri="{FF2B5EF4-FFF2-40B4-BE49-F238E27FC236}">
                <a16:creationId xmlns:a16="http://schemas.microsoft.com/office/drawing/2014/main" id="{96FCC57C-9E09-254A-84C9-55F6B5A5335D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>
          <a:xfrm>
            <a:off x="791547" y="6167640"/>
            <a:ext cx="320506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lnSpc>
                <a:spcPct val="100000"/>
              </a:lnSpc>
              <a:defRPr lang="fr-FR" sz="800" b="1" kern="1200" cap="all" baseline="0" smtClean="0">
                <a:solidFill>
                  <a:srgbClr val="E30513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spcBef>
                <a:spcPct val="0"/>
              </a:spcBef>
            </a:pPr>
            <a:fld id="{646F29BF-71EB-4BF1-926D-5E2BF4835A85}" type="datetime4">
              <a:rPr lang="fr-FR" smtClean="0"/>
              <a:t>6 octobre 2026</a:t>
            </a:fld>
            <a:endParaRPr lang="fr-FR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D5390879-0BE1-2D48-BA9A-DE6EA6DA114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89195" y="644581"/>
            <a:ext cx="734581" cy="72893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fr-FR" sz="4200" b="1" kern="1200" dirty="0">
                <a:solidFill>
                  <a:srgbClr val="E3051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dirty="0"/>
              <a:t>0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06C73560-E86C-E24A-9342-3E4A04C5CD4B}"/>
              </a:ext>
            </a:extLst>
          </p:cNvPr>
          <p:cNvCxnSpPr>
            <a:cxnSpLocks/>
          </p:cNvCxnSpPr>
          <p:nvPr userDrawn="1"/>
        </p:nvCxnSpPr>
        <p:spPr>
          <a:xfrm>
            <a:off x="6454530" y="5223497"/>
            <a:ext cx="357521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E69F6C4D-31DA-904E-959F-F14821236126}"/>
              </a:ext>
            </a:extLst>
          </p:cNvPr>
          <p:cNvCxnSpPr>
            <a:cxnSpLocks/>
          </p:cNvCxnSpPr>
          <p:nvPr userDrawn="1"/>
        </p:nvCxnSpPr>
        <p:spPr>
          <a:xfrm>
            <a:off x="1948278" y="5223497"/>
            <a:ext cx="3565822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space réservé du texte 5">
            <a:extLst>
              <a:ext uri="{FF2B5EF4-FFF2-40B4-BE49-F238E27FC236}">
                <a16:creationId xmlns:a16="http://schemas.microsoft.com/office/drawing/2014/main" id="{DF1F43C1-6C2C-4948-9675-A78BA9B96B7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52984" y="5302520"/>
            <a:ext cx="3569309" cy="273050"/>
          </a:xfrm>
        </p:spPr>
        <p:txBody>
          <a:bodyPr anchor="ctr">
            <a:normAutofit/>
          </a:bodyPr>
          <a:lstStyle>
            <a:lvl1pPr marL="0" indent="0" algn="l">
              <a:buNone/>
              <a:defRPr sz="1000" b="1" cap="all" baseline="0"/>
            </a:lvl1pPr>
          </a:lstStyle>
          <a:p>
            <a:r>
              <a:rPr lang="fr-FR" dirty="0"/>
              <a:t>TITRE DU SCHÉMA</a:t>
            </a:r>
          </a:p>
        </p:txBody>
      </p:sp>
      <p:sp>
        <p:nvSpPr>
          <p:cNvPr id="36" name="Espace réservé du texte 5">
            <a:extLst>
              <a:ext uri="{FF2B5EF4-FFF2-40B4-BE49-F238E27FC236}">
                <a16:creationId xmlns:a16="http://schemas.microsoft.com/office/drawing/2014/main" id="{BE4DCB35-662A-6341-95E0-48C7F87C1B3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44791" y="5297012"/>
            <a:ext cx="3569309" cy="273050"/>
          </a:xfrm>
        </p:spPr>
        <p:txBody>
          <a:bodyPr anchor="ctr">
            <a:normAutofit/>
          </a:bodyPr>
          <a:lstStyle>
            <a:lvl1pPr marL="0" indent="0" algn="l">
              <a:buNone/>
              <a:defRPr sz="1000" b="1" cap="all" baseline="0"/>
            </a:lvl1pPr>
          </a:lstStyle>
          <a:p>
            <a:r>
              <a:rPr lang="fr-FR" dirty="0"/>
              <a:t>TITRE DU SCHÉMA</a:t>
            </a:r>
          </a:p>
        </p:txBody>
      </p:sp>
      <p:sp>
        <p:nvSpPr>
          <p:cNvPr id="38" name="Espace réservé du texte 6">
            <a:extLst>
              <a:ext uri="{FF2B5EF4-FFF2-40B4-BE49-F238E27FC236}">
                <a16:creationId xmlns:a16="http://schemas.microsoft.com/office/drawing/2014/main" id="{05882904-7093-A64A-A66E-398D0ADA67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0" y="281044"/>
            <a:ext cx="5400571" cy="36353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fr-FR" sz="1200" b="1" kern="1200" cap="all" baseline="0" dirty="0">
                <a:solidFill>
                  <a:srgbClr val="E30513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RAPPEL DU CHAPITRE</a:t>
            </a:r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2CEE79A3-F886-CE4C-B674-A86C113231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95314" y="854310"/>
            <a:ext cx="8993298" cy="3333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2200" b="1" kern="1200" cap="all" baseline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dirty="0"/>
              <a:t>TITRE DE LA PAGE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CA98CF2E-4386-492D-B01F-00FCE9A241D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62904" y="6091382"/>
            <a:ext cx="1433667" cy="441383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9C9AA407-35D9-4914-86D8-3E4CD533425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51496" y="6100722"/>
            <a:ext cx="967351" cy="522969"/>
          </a:xfrm>
          <a:prstGeom prst="rect">
            <a:avLst/>
          </a:prstGeom>
        </p:spPr>
      </p:pic>
      <p:sp>
        <p:nvSpPr>
          <p:cNvPr id="18" name="Espace réservé du numéro de diapositive 5">
            <a:extLst>
              <a:ext uri="{FF2B5EF4-FFF2-40B4-BE49-F238E27FC236}">
                <a16:creationId xmlns:a16="http://schemas.microsoft.com/office/drawing/2014/main" id="{D6C59BB9-7924-495E-B4A3-247986BAF7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175611"/>
            <a:ext cx="7915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1C73C9BE-E189-394F-A62D-A87124F42ED1}" type="slidenum">
              <a:rPr lang="fr-FR" smtClean="0"/>
              <a:pPr/>
              <a:t>‹N°›</a:t>
            </a:fld>
            <a:r>
              <a:rPr lang="fr-FR" dirty="0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0161774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R DE COUV GROUPE APICI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8825D4FC-2947-44D0-93E3-CC4CFFE78CA9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7" name="Image 16">
              <a:extLst>
                <a:ext uri="{FF2B5EF4-FFF2-40B4-BE49-F238E27FC236}">
                  <a16:creationId xmlns:a16="http://schemas.microsoft.com/office/drawing/2014/main" id="{D03DA182-7A83-E844-B727-11D272C4174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78FBDD19-64BA-4C56-AEA6-CAE845E1D69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454424" y="5337888"/>
              <a:ext cx="2158456" cy="664524"/>
            </a:xfrm>
            <a:prstGeom prst="rect">
              <a:avLst/>
            </a:prstGeom>
          </p:spPr>
        </p:pic>
      </p:grpSp>
      <p:sp>
        <p:nvSpPr>
          <p:cNvPr id="6" name="ZoneTexte 5">
            <a:extLst>
              <a:ext uri="{FF2B5EF4-FFF2-40B4-BE49-F238E27FC236}">
                <a16:creationId xmlns:a16="http://schemas.microsoft.com/office/drawing/2014/main" id="{65140442-46F7-CD41-82BA-B1417126A07E}"/>
              </a:ext>
            </a:extLst>
          </p:cNvPr>
          <p:cNvSpPr txBox="1"/>
          <p:nvPr userDrawn="1"/>
        </p:nvSpPr>
        <p:spPr>
          <a:xfrm>
            <a:off x="1944002" y="1609395"/>
            <a:ext cx="2247441" cy="93871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fr-FR" sz="1000" dirty="0">
                <a:solidFill>
                  <a:schemeClr val="bg1"/>
                </a:solidFill>
              </a:rPr>
              <a:t>APICIL</a:t>
            </a:r>
          </a:p>
          <a:p>
            <a:pPr algn="l"/>
            <a:r>
              <a:rPr lang="fr-FR" sz="1000" dirty="0">
                <a:solidFill>
                  <a:schemeClr val="bg1"/>
                </a:solidFill>
              </a:rPr>
              <a:t>38, rue François </a:t>
            </a:r>
            <a:r>
              <a:rPr lang="fr-FR" sz="1000" dirty="0" err="1">
                <a:solidFill>
                  <a:schemeClr val="bg1"/>
                </a:solidFill>
              </a:rPr>
              <a:t>Peissel</a:t>
            </a:r>
            <a:endParaRPr lang="fr-FR" sz="1000" dirty="0">
              <a:solidFill>
                <a:schemeClr val="bg1"/>
              </a:solidFill>
            </a:endParaRPr>
          </a:p>
          <a:p>
            <a:pPr algn="l"/>
            <a:r>
              <a:rPr lang="fr-FR" sz="1000" dirty="0">
                <a:solidFill>
                  <a:schemeClr val="bg1"/>
                </a:solidFill>
              </a:rPr>
              <a:t>69003</a:t>
            </a:r>
          </a:p>
          <a:p>
            <a:pPr algn="l"/>
            <a:r>
              <a:rPr lang="fr-FR" sz="1000" dirty="0">
                <a:solidFill>
                  <a:schemeClr val="bg1"/>
                </a:solidFill>
              </a:rPr>
              <a:t>Caluire et Cuire</a:t>
            </a:r>
          </a:p>
          <a:p>
            <a:pPr algn="l">
              <a:lnSpc>
                <a:spcPct val="150000"/>
              </a:lnSpc>
            </a:pPr>
            <a:r>
              <a:rPr lang="fr-FR" sz="1000" b="1" dirty="0">
                <a:solidFill>
                  <a:schemeClr val="bg1"/>
                </a:solidFill>
              </a:rPr>
              <a:t>www.groupe-apicil.com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72A00F39-7E1E-2C45-88AC-3A6DD9F0E595}"/>
              </a:ext>
            </a:extLst>
          </p:cNvPr>
          <p:cNvCxnSpPr>
            <a:cxnSpLocks/>
          </p:cNvCxnSpPr>
          <p:nvPr userDrawn="1"/>
        </p:nvCxnSpPr>
        <p:spPr>
          <a:xfrm>
            <a:off x="2030530" y="1555543"/>
            <a:ext cx="213068" cy="0"/>
          </a:xfrm>
          <a:prstGeom prst="line">
            <a:avLst/>
          </a:prstGeom>
          <a:ln w="952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931F8B38-578E-AA41-80A5-81348BDED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1547" y="6168836"/>
            <a:ext cx="5162550" cy="360000"/>
          </a:xfr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 sz="600" kern="1200" dirty="0">
                <a:solidFill>
                  <a:schemeClr val="bg1"/>
                </a:solidFill>
                <a:effectLst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APICIL Gestion — Association de moyens du Groupe APICIL régie par la loi du 1er juillet 1901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Enregistrée sous le numéro SIREN 417 591 971 – Ayant son siège social sis au 38, rue François PEISSEL 69300 Caluire et Cuire</a:t>
            </a:r>
          </a:p>
        </p:txBody>
      </p:sp>
      <p:sp>
        <p:nvSpPr>
          <p:cNvPr id="11" name="Espace réservé du texte 2">
            <a:extLst>
              <a:ext uri="{FF2B5EF4-FFF2-40B4-BE49-F238E27FC236}">
                <a16:creationId xmlns:a16="http://schemas.microsoft.com/office/drawing/2014/main" id="{A6032A00-990E-2044-AC25-C63C0D17FB7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50759" y="4147042"/>
            <a:ext cx="4482000" cy="1137600"/>
          </a:xfrm>
        </p:spPr>
        <p:txBody>
          <a:bodyPr anchor="ctr">
            <a:noAutofit/>
          </a:bodyPr>
          <a:lstStyle>
            <a:lvl1pPr marL="0" indent="0">
              <a:buNone/>
              <a:defRPr sz="8200" b="1" i="0" cap="all" baseline="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Merci</a:t>
            </a:r>
          </a:p>
        </p:txBody>
      </p:sp>
      <p:sp>
        <p:nvSpPr>
          <p:cNvPr id="15" name="Espace réservé du texte 4">
            <a:extLst>
              <a:ext uri="{FF2B5EF4-FFF2-40B4-BE49-F238E27FC236}">
                <a16:creationId xmlns:a16="http://schemas.microsoft.com/office/drawing/2014/main" id="{23B68C89-68A1-224C-9D9B-E0A29EDC98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28685" y="5215944"/>
            <a:ext cx="4402800" cy="284400"/>
          </a:xfrm>
        </p:spPr>
        <p:txBody>
          <a:bodyPr anchor="ctr">
            <a:normAutofit/>
          </a:bodyPr>
          <a:lstStyle>
            <a:lvl1pPr marL="0" indent="0">
              <a:buNone/>
              <a:defRPr sz="1400" cap="all" baseline="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Pour votre attention</a:t>
            </a:r>
          </a:p>
        </p:txBody>
      </p:sp>
      <p:sp>
        <p:nvSpPr>
          <p:cNvPr id="19" name="Espace réservé du texte 7">
            <a:extLst>
              <a:ext uri="{FF2B5EF4-FFF2-40B4-BE49-F238E27FC236}">
                <a16:creationId xmlns:a16="http://schemas.microsoft.com/office/drawing/2014/main" id="{3CFCEA23-2DF4-9043-97B3-7CA54A16A6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35409" y="2954580"/>
            <a:ext cx="4396076" cy="496799"/>
          </a:xfrm>
        </p:spPr>
        <p:txBody>
          <a:bodyPr>
            <a:normAutofit/>
          </a:bodyPr>
          <a:lstStyle>
            <a:lvl1pPr marL="0" indent="0">
              <a:buNone/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Nom, prénom, tél, mail</a:t>
            </a:r>
          </a:p>
        </p:txBody>
      </p:sp>
      <p:sp>
        <p:nvSpPr>
          <p:cNvPr id="20" name="Espace réservé pour une image  4">
            <a:extLst>
              <a:ext uri="{FF2B5EF4-FFF2-40B4-BE49-F238E27FC236}">
                <a16:creationId xmlns:a16="http://schemas.microsoft.com/office/drawing/2014/main" id="{CFB1FEDC-5C64-6E4B-A49B-18F08BBAC69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480550" y="4528821"/>
            <a:ext cx="2016125" cy="5297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000" i="1"/>
            </a:lvl1pPr>
          </a:lstStyle>
          <a:p>
            <a:r>
              <a:rPr lang="fr-FR" dirty="0"/>
              <a:t>AUTRE LOGO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E97EBA89-8E9E-4531-8AFF-748E43CF0F2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3338" y="739739"/>
            <a:ext cx="1506368" cy="814372"/>
          </a:xfrm>
          <a:prstGeom prst="rect">
            <a:avLst/>
          </a:prstGeom>
        </p:spPr>
      </p:pic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54EA297B-4E1B-4314-B0D4-5BBBD0CCEE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175611"/>
            <a:ext cx="7915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1C73C9BE-E189-394F-A62D-A87124F42ED1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87670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77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R DE COUV GROUPE APICI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>
            <a:extLst>
              <a:ext uri="{FF2B5EF4-FFF2-40B4-BE49-F238E27FC236}">
                <a16:creationId xmlns:a16="http://schemas.microsoft.com/office/drawing/2014/main" id="{4875AD75-90B5-43C8-A796-3B7AC53D5D7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C5783199-EE48-4448-A80E-03FEB0E5796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9" name="Image 8">
              <a:extLst>
                <a:ext uri="{FF2B5EF4-FFF2-40B4-BE49-F238E27FC236}">
                  <a16:creationId xmlns:a16="http://schemas.microsoft.com/office/drawing/2014/main" id="{A4F3FE9F-51E3-46C2-A5D2-CDFDD112DA1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454424" y="5337888"/>
              <a:ext cx="2158456" cy="664524"/>
            </a:xfrm>
            <a:prstGeom prst="rect">
              <a:avLst/>
            </a:prstGeom>
          </p:spPr>
        </p:pic>
      </p:grpSp>
      <p:sp>
        <p:nvSpPr>
          <p:cNvPr id="10" name="ZoneTexte 9">
            <a:extLst>
              <a:ext uri="{FF2B5EF4-FFF2-40B4-BE49-F238E27FC236}">
                <a16:creationId xmlns:a16="http://schemas.microsoft.com/office/drawing/2014/main" id="{F55F8B0A-D0C9-2248-9BCD-3EC2BE38FE83}"/>
              </a:ext>
            </a:extLst>
          </p:cNvPr>
          <p:cNvSpPr txBox="1"/>
          <p:nvPr userDrawn="1"/>
        </p:nvSpPr>
        <p:spPr>
          <a:xfrm>
            <a:off x="1944002" y="1609395"/>
            <a:ext cx="2247441" cy="93871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fr-FR" sz="1000" dirty="0">
                <a:solidFill>
                  <a:schemeClr val="tx2"/>
                </a:solidFill>
              </a:rPr>
              <a:t>APICIL</a:t>
            </a:r>
          </a:p>
          <a:p>
            <a:pPr algn="l"/>
            <a:r>
              <a:rPr lang="fr-FR" sz="1000" dirty="0">
                <a:solidFill>
                  <a:schemeClr val="tx2"/>
                </a:solidFill>
              </a:rPr>
              <a:t>38, rue François </a:t>
            </a:r>
            <a:r>
              <a:rPr lang="fr-FR" sz="1000" dirty="0" err="1">
                <a:solidFill>
                  <a:schemeClr val="tx2"/>
                </a:solidFill>
              </a:rPr>
              <a:t>Peissel</a:t>
            </a:r>
            <a:endParaRPr lang="fr-FR" sz="1000" dirty="0">
              <a:solidFill>
                <a:schemeClr val="tx2"/>
              </a:solidFill>
            </a:endParaRPr>
          </a:p>
          <a:p>
            <a:pPr algn="l"/>
            <a:r>
              <a:rPr lang="fr-FR" sz="1000" dirty="0">
                <a:solidFill>
                  <a:schemeClr val="tx2"/>
                </a:solidFill>
              </a:rPr>
              <a:t>69003</a:t>
            </a:r>
          </a:p>
          <a:p>
            <a:pPr algn="l"/>
            <a:r>
              <a:rPr lang="fr-FR" sz="1000" dirty="0">
                <a:solidFill>
                  <a:schemeClr val="tx2"/>
                </a:solidFill>
              </a:rPr>
              <a:t>Caluire et Cuire</a:t>
            </a:r>
          </a:p>
          <a:p>
            <a:pPr algn="l">
              <a:lnSpc>
                <a:spcPct val="150000"/>
              </a:lnSpc>
            </a:pPr>
            <a:r>
              <a:rPr lang="fr-FR" sz="1000" b="1" dirty="0">
                <a:solidFill>
                  <a:schemeClr val="tx2"/>
                </a:solidFill>
              </a:rPr>
              <a:t>www.groupe-apicil.com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9632B805-C1FF-AB47-A649-5C08E435B5C7}"/>
              </a:ext>
            </a:extLst>
          </p:cNvPr>
          <p:cNvCxnSpPr>
            <a:cxnSpLocks/>
          </p:cNvCxnSpPr>
          <p:nvPr userDrawn="1"/>
        </p:nvCxnSpPr>
        <p:spPr>
          <a:xfrm>
            <a:off x="2030530" y="1555543"/>
            <a:ext cx="213068" cy="0"/>
          </a:xfrm>
          <a:prstGeom prst="line">
            <a:avLst/>
          </a:prstGeom>
          <a:ln w="952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space réservé du texte 4">
            <a:extLst>
              <a:ext uri="{FF2B5EF4-FFF2-40B4-BE49-F238E27FC236}">
                <a16:creationId xmlns:a16="http://schemas.microsoft.com/office/drawing/2014/main" id="{6323EE98-57AD-C54D-B364-B4726C9D6D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40294" y="2949155"/>
            <a:ext cx="4433872" cy="49530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tx2"/>
                </a:solidFill>
              </a:defRPr>
            </a:lvl1pPr>
          </a:lstStyle>
          <a:p>
            <a:pPr algn="l"/>
            <a:r>
              <a:rPr lang="fr-FR" sz="1000" dirty="0">
                <a:solidFill>
                  <a:schemeClr val="tx2"/>
                </a:solidFill>
              </a:rPr>
              <a:t>Nom, prénom, tél, mail</a:t>
            </a:r>
          </a:p>
        </p:txBody>
      </p:sp>
      <p:sp>
        <p:nvSpPr>
          <p:cNvPr id="22" name="Espace réservé du texte 21">
            <a:extLst>
              <a:ext uri="{FF2B5EF4-FFF2-40B4-BE49-F238E27FC236}">
                <a16:creationId xmlns:a16="http://schemas.microsoft.com/office/drawing/2014/main" id="{9C985EC6-8693-3F4E-9E6A-F84101BB23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23796" y="5196089"/>
            <a:ext cx="4450370" cy="340194"/>
          </a:xfrm>
        </p:spPr>
        <p:txBody>
          <a:bodyPr anchor="ctr">
            <a:normAutofit/>
          </a:bodyPr>
          <a:lstStyle>
            <a:lvl1pPr marL="0" indent="0">
              <a:buNone/>
              <a:defRPr sz="1400" cap="all" baseline="0">
                <a:solidFill>
                  <a:schemeClr val="tx2"/>
                </a:solidFill>
              </a:defRPr>
            </a:lvl1pPr>
          </a:lstStyle>
          <a:p>
            <a:r>
              <a:rPr lang="fr-FR" dirty="0"/>
              <a:t>POUR VOTRE ATTENTION</a:t>
            </a:r>
          </a:p>
        </p:txBody>
      </p:sp>
      <p:sp>
        <p:nvSpPr>
          <p:cNvPr id="31" name="Espace réservé du texte 29">
            <a:extLst>
              <a:ext uri="{FF2B5EF4-FFF2-40B4-BE49-F238E27FC236}">
                <a16:creationId xmlns:a16="http://schemas.microsoft.com/office/drawing/2014/main" id="{D4970B10-5D2E-7348-83FC-32E61F3723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91547" y="6178549"/>
            <a:ext cx="5162550" cy="360000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 sz="600" kern="1200" dirty="0">
                <a:solidFill>
                  <a:schemeClr val="tx2"/>
                </a:solidFill>
                <a:effectLst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srgbClr val="E10511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APICIL Gestion — Association de moyens du Groupe APICIL régie par la loi du 1er juillet 1901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" b="0" i="0" u="none" strike="noStrike" kern="1200" cap="none" spc="0" normalizeH="0" baseline="0" noProof="0" dirty="0">
                <a:ln>
                  <a:noFill/>
                </a:ln>
                <a:solidFill>
                  <a:srgbClr val="E10511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Enregistrée sous le numéro SIREN 417 591 971 – Ayant son siège social sis au 38, rue François PEISSEL 69300 Caluire et Cuire</a:t>
            </a:r>
          </a:p>
        </p:txBody>
      </p:sp>
      <p:sp>
        <p:nvSpPr>
          <p:cNvPr id="12" name="Espace réservé du texte 2">
            <a:extLst>
              <a:ext uri="{FF2B5EF4-FFF2-40B4-BE49-F238E27FC236}">
                <a16:creationId xmlns:a16="http://schemas.microsoft.com/office/drawing/2014/main" id="{041D58A6-B79C-B74E-80C2-6E843191D3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47849" y="4142710"/>
            <a:ext cx="4526317" cy="1146556"/>
          </a:xfrm>
        </p:spPr>
        <p:txBody>
          <a:bodyPr anchor="ctr">
            <a:normAutofit/>
          </a:bodyPr>
          <a:lstStyle>
            <a:lvl1pPr marL="0" indent="0">
              <a:buNone/>
              <a:defRPr sz="8300" b="1" cap="all" baseline="0">
                <a:solidFill>
                  <a:schemeClr val="tx2"/>
                </a:solidFill>
              </a:defRPr>
            </a:lvl1pPr>
          </a:lstStyle>
          <a:p>
            <a:r>
              <a:rPr lang="fr-FR" dirty="0"/>
              <a:t>MERCI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8AD3B532-0AAC-467D-921E-B3055133007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3338" y="739739"/>
            <a:ext cx="1506368" cy="814372"/>
          </a:xfrm>
          <a:prstGeom prst="rect">
            <a:avLst/>
          </a:prstGeom>
        </p:spPr>
      </p:pic>
      <p:sp>
        <p:nvSpPr>
          <p:cNvPr id="14" name="Espace réservé du numéro de diapositive 5">
            <a:extLst>
              <a:ext uri="{FF2B5EF4-FFF2-40B4-BE49-F238E27FC236}">
                <a16:creationId xmlns:a16="http://schemas.microsoft.com/office/drawing/2014/main" id="{1A56FF90-97E7-4A80-A048-9B95B97E7D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175611"/>
            <a:ext cx="7915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1C73C9BE-E189-394F-A62D-A87124F42ED1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540785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692662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uver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eau, ciel, extérieur, océan&#10;&#10;Description générée automatiquement">
            <a:extLst>
              <a:ext uri="{FF2B5EF4-FFF2-40B4-BE49-F238E27FC236}">
                <a16:creationId xmlns:a16="http://schemas.microsoft.com/office/drawing/2014/main" id="{0D1BE372-A333-4D0F-9C33-7AF73FFFF0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3399" y="0"/>
            <a:ext cx="5806800" cy="5798888"/>
          </a:xfrm>
          <a:prstGeom prst="rect">
            <a:avLst/>
          </a:prstGeom>
        </p:spPr>
      </p:pic>
      <p:pic>
        <p:nvPicPr>
          <p:cNvPr id="9" name="Imagen 289">
            <a:extLst>
              <a:ext uri="{FF2B5EF4-FFF2-40B4-BE49-F238E27FC236}">
                <a16:creationId xmlns:a16="http://schemas.microsoft.com/office/drawing/2014/main" id="{08F5EC8F-4675-CD44-B12C-8A22E15D34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36727" y="5525048"/>
            <a:ext cx="2492442" cy="1206970"/>
          </a:xfrm>
          <a:prstGeom prst="rect">
            <a:avLst/>
          </a:prstGeom>
        </p:spPr>
      </p:pic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68740F20-5202-6940-9CAB-E7E285FA83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70713" y="831868"/>
            <a:ext cx="5057775" cy="355600"/>
          </a:xfrm>
        </p:spPr>
        <p:txBody>
          <a:bodyPr/>
          <a:lstStyle>
            <a:lvl1pPr marL="15875" indent="-15875">
              <a:buNone/>
              <a:tabLst/>
              <a:defRPr lang="en-GB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defRPr lang="en-GB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>
              <a:defRPr lang="en-GB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>
              <a:defRPr lang="en-GB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>
              <a:defRPr lang="fr-FR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fr-FR" noProof="0" dirty="0"/>
              <a:t>Cliquez ici pour ajouter le projet </a:t>
            </a:r>
          </a:p>
        </p:txBody>
      </p:sp>
      <p:sp>
        <p:nvSpPr>
          <p:cNvPr id="18" name="Marcador de fecha 3">
            <a:extLst>
              <a:ext uri="{FF2B5EF4-FFF2-40B4-BE49-F238E27FC236}">
                <a16:creationId xmlns:a16="http://schemas.microsoft.com/office/drawing/2014/main" id="{845810D1-2274-704A-BABF-B8331E45DC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70713" y="281021"/>
            <a:ext cx="2743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defRPr lang="en-GB" sz="1600" smtClean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fr-FR" sz="1600" noProof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F1F00E8-8668-9946-B6C9-B2385273A2C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70713" y="1834716"/>
            <a:ext cx="4812792" cy="1938992"/>
          </a:xfrm>
        </p:spPr>
        <p:txBody>
          <a:bodyPr wrap="square" anchor="t">
            <a:spAutoFit/>
          </a:bodyPr>
          <a:lstStyle>
            <a:lvl1pPr marL="7938" indent="-7938">
              <a:lnSpc>
                <a:spcPct val="100000"/>
              </a:lnSpc>
              <a:buNone/>
              <a:tabLst/>
              <a:defRPr lang="fr-FR" sz="4000" b="1" kern="1200" dirty="0">
                <a:solidFill>
                  <a:srgbClr val="E30613"/>
                </a:solidFill>
                <a:latin typeface="AvenirNext LT Pro Medium" panose="020B05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fr-FR" noProof="0" dirty="0"/>
              <a:t>CLIQUEZ ICI POUR AJOUTER LE TITRE DE LA PRÉSENTATION </a:t>
            </a:r>
          </a:p>
        </p:txBody>
      </p:sp>
      <p:cxnSp>
        <p:nvCxnSpPr>
          <p:cNvPr id="12" name="Conector recto 118">
            <a:extLst>
              <a:ext uri="{FF2B5EF4-FFF2-40B4-BE49-F238E27FC236}">
                <a16:creationId xmlns:a16="http://schemas.microsoft.com/office/drawing/2014/main" id="{2BBDA75C-22E4-B549-B555-FC08981C3A2E}"/>
              </a:ext>
            </a:extLst>
          </p:cNvPr>
          <p:cNvCxnSpPr>
            <a:cxnSpLocks/>
          </p:cNvCxnSpPr>
          <p:nvPr userDrawn="1"/>
        </p:nvCxnSpPr>
        <p:spPr>
          <a:xfrm>
            <a:off x="1113865" y="6477964"/>
            <a:ext cx="0" cy="158400"/>
          </a:xfrm>
          <a:prstGeom prst="line">
            <a:avLst/>
          </a:prstGeom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Marcador de número de diapositiva 5">
            <a:extLst>
              <a:ext uri="{FF2B5EF4-FFF2-40B4-BE49-F238E27FC236}">
                <a16:creationId xmlns:a16="http://schemas.microsoft.com/office/drawing/2014/main" id="{89B4B2F6-E8B1-864E-BC99-BF8E6834B3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9492" y="6346658"/>
            <a:ext cx="636447" cy="365125"/>
          </a:xfrm>
          <a:prstGeom prst="rect">
            <a:avLst/>
          </a:prstGeom>
        </p:spPr>
        <p:txBody>
          <a:bodyPr anchor="ctr"/>
          <a:lstStyle>
            <a:lvl1pPr algn="r">
              <a:defRPr lang="en-GB" sz="9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50B9D9B-824C-437E-B87C-640CB12706FF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9FF9D66B-8CA1-4886-A7BB-4F07849AAA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86532" y="6346658"/>
            <a:ext cx="6706631" cy="365125"/>
          </a:xfrm>
          <a:prstGeom prst="rect">
            <a:avLst/>
          </a:prstGeom>
        </p:spPr>
        <p:txBody>
          <a:bodyPr anchor="ctr"/>
          <a:lstStyle>
            <a:lvl1pPr algn="l">
              <a:defRPr lang="en-GB" sz="900" b="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Niveau de confidentialité – Titre de la présentation</a:t>
            </a:r>
          </a:p>
        </p:txBody>
      </p:sp>
      <p:pic>
        <p:nvPicPr>
          <p:cNvPr id="17" name="Image 75">
            <a:extLst>
              <a:ext uri="{FF2B5EF4-FFF2-40B4-BE49-F238E27FC236}">
                <a16:creationId xmlns:a16="http://schemas.microsoft.com/office/drawing/2014/main" id="{39B9EC0F-08B7-44A4-B789-D5FC5A1620C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199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81211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 2">
            <a:extLst>
              <a:ext uri="{FF2B5EF4-FFF2-40B4-BE49-F238E27FC236}">
                <a16:creationId xmlns:a16="http://schemas.microsoft.com/office/drawing/2014/main" id="{B5E7EFBE-F0A5-F949-9901-F00DE76FD6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9" name="CuadroTexto 80">
            <a:extLst>
              <a:ext uri="{FF2B5EF4-FFF2-40B4-BE49-F238E27FC236}">
                <a16:creationId xmlns:a16="http://schemas.microsoft.com/office/drawing/2014/main" id="{76D454C5-F2F3-8D4B-BE73-8EC8A886960F}"/>
              </a:ext>
            </a:extLst>
          </p:cNvPr>
          <p:cNvSpPr txBox="1"/>
          <p:nvPr userDrawn="1"/>
        </p:nvSpPr>
        <p:spPr>
          <a:xfrm>
            <a:off x="628277" y="624909"/>
            <a:ext cx="104019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E30613"/>
                </a:solidFill>
                <a:effectLst/>
                <a:uLnTx/>
                <a:uFillTx/>
                <a:latin typeface="AvenirNext LT Pro Medium" panose="020B0504020202020204" pitchFamily="34" charset="0"/>
                <a:ea typeface="+mn-ea"/>
                <a:cs typeface="+mn-cs"/>
              </a:rPr>
              <a:t>SOMMAIRE</a:t>
            </a:r>
          </a:p>
        </p:txBody>
      </p:sp>
      <p:pic>
        <p:nvPicPr>
          <p:cNvPr id="20" name="Imagen 2">
            <a:extLst>
              <a:ext uri="{FF2B5EF4-FFF2-40B4-BE49-F238E27FC236}">
                <a16:creationId xmlns:a16="http://schemas.microsoft.com/office/drawing/2014/main" id="{F51DFC1F-8771-FB47-AC03-6B6759DE84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47515" y="6329592"/>
            <a:ext cx="1261240" cy="431201"/>
          </a:xfrm>
          <a:prstGeom prst="rect">
            <a:avLst/>
          </a:prstGeom>
        </p:spPr>
      </p:pic>
      <p:cxnSp>
        <p:nvCxnSpPr>
          <p:cNvPr id="22" name="Conector recto 118">
            <a:extLst>
              <a:ext uri="{FF2B5EF4-FFF2-40B4-BE49-F238E27FC236}">
                <a16:creationId xmlns:a16="http://schemas.microsoft.com/office/drawing/2014/main" id="{BCE48373-BD91-D84E-8FE2-731F551B0235}"/>
              </a:ext>
            </a:extLst>
          </p:cNvPr>
          <p:cNvCxnSpPr>
            <a:cxnSpLocks/>
          </p:cNvCxnSpPr>
          <p:nvPr userDrawn="1"/>
        </p:nvCxnSpPr>
        <p:spPr>
          <a:xfrm>
            <a:off x="1113865" y="6477964"/>
            <a:ext cx="0" cy="158400"/>
          </a:xfrm>
          <a:prstGeom prst="line">
            <a:avLst/>
          </a:prstGeom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32">
            <a:extLst>
              <a:ext uri="{FF2B5EF4-FFF2-40B4-BE49-F238E27FC236}">
                <a16:creationId xmlns:a16="http://schemas.microsoft.com/office/drawing/2014/main" id="{621ACF7C-2CBA-7A4D-9B6D-528D9D2BE98D}"/>
              </a:ext>
            </a:extLst>
          </p:cNvPr>
          <p:cNvCxnSpPr>
            <a:cxnSpLocks/>
          </p:cNvCxnSpPr>
          <p:nvPr userDrawn="1"/>
        </p:nvCxnSpPr>
        <p:spPr>
          <a:xfrm>
            <a:off x="7869386" y="1863161"/>
            <a:ext cx="0" cy="351722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Marcador de número de diapositiva 5">
            <a:extLst>
              <a:ext uri="{FF2B5EF4-FFF2-40B4-BE49-F238E27FC236}">
                <a16:creationId xmlns:a16="http://schemas.microsoft.com/office/drawing/2014/main" id="{96E4A192-C7D8-C341-B734-1CA4D9F45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9492" y="6346658"/>
            <a:ext cx="636447" cy="365125"/>
          </a:xfrm>
          <a:prstGeom prst="rect">
            <a:avLst/>
          </a:prstGeom>
        </p:spPr>
        <p:txBody>
          <a:bodyPr anchor="ctr"/>
          <a:lstStyle>
            <a:lvl1pPr algn="r">
              <a:defRPr lang="en-GB" sz="9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50B9D9B-824C-437E-B87C-640CB12706FF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B123B-5393-EF49-8B1F-6471F1A407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2443" y="1873794"/>
            <a:ext cx="6854825" cy="451790"/>
          </a:xfrm>
        </p:spPr>
        <p:txBody>
          <a:bodyPr>
            <a:spAutoFit/>
          </a:bodyPr>
          <a:lstStyle>
            <a:lvl1pPr marL="9525" indent="-9525" algn="r">
              <a:lnSpc>
                <a:spcPct val="150000"/>
              </a:lnSpc>
              <a:buNone/>
              <a:tabLst/>
              <a:defRPr lang="en-GB" sz="1800" kern="1200" dirty="0" smtClean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 lang="en-GB" sz="1800" kern="1200" dirty="0" smtClean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2pPr>
            <a:lvl3pPr>
              <a:defRPr lang="en-GB" sz="1800" kern="1200" dirty="0" smtClean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3pPr>
            <a:lvl4pPr>
              <a:defRPr lang="en-GB" sz="1800" kern="1200" dirty="0" smtClean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4pPr>
            <a:lvl5pPr>
              <a:defRPr lang="fr-FR" sz="1800" kern="120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fr-FR" noProof="0" dirty="0"/>
              <a:t>Cliquez ici pour ajouter les titres de chapitre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1C115A-BBCC-B34A-A10C-28358C074E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91518" y="1873794"/>
            <a:ext cx="1500187" cy="451790"/>
          </a:xfrm>
        </p:spPr>
        <p:txBody>
          <a:bodyPr>
            <a:spAutoFit/>
          </a:bodyPr>
          <a:lstStyle>
            <a:lvl1pPr marL="9525" indent="-9525">
              <a:lnSpc>
                <a:spcPct val="150000"/>
              </a:lnSpc>
              <a:buNone/>
              <a:tabLst/>
              <a:defRPr kumimoji="0" lang="en-GB" sz="1800" b="1" i="0" u="none" strike="noStrike" kern="1200" cap="none" spc="0" normalizeH="0" baseline="0" dirty="0" smtClean="0">
                <a:ln>
                  <a:noFill/>
                </a:ln>
                <a:solidFill>
                  <a:srgbClr val="E30613"/>
                </a:solidFill>
                <a:effectLst/>
                <a:uLnTx/>
                <a:uFillTx/>
                <a:latin typeface="Verdana"/>
                <a:ea typeface="+mn-ea"/>
                <a:cs typeface="+mn-cs"/>
              </a:defRPr>
            </a:lvl1pPr>
          </a:lstStyle>
          <a:p>
            <a:pPr lvl="0"/>
            <a:r>
              <a:rPr lang="en-GB" dirty="0"/>
              <a:t>XX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E0B404-EE53-4737-B694-5980A867F72D}"/>
              </a:ext>
            </a:extLst>
          </p:cNvPr>
          <p:cNvSpPr/>
          <p:nvPr userDrawn="1"/>
        </p:nvSpPr>
        <p:spPr>
          <a:xfrm>
            <a:off x="8101333" y="6262773"/>
            <a:ext cx="636447" cy="5978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Marcador de pie de página 4">
            <a:extLst>
              <a:ext uri="{FF2B5EF4-FFF2-40B4-BE49-F238E27FC236}">
                <a16:creationId xmlns:a16="http://schemas.microsoft.com/office/drawing/2014/main" id="{FC397540-501C-4E14-AA51-F27D05AE6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86532" y="6346658"/>
            <a:ext cx="6706631" cy="365125"/>
          </a:xfrm>
          <a:prstGeom prst="rect">
            <a:avLst/>
          </a:prstGeom>
        </p:spPr>
        <p:txBody>
          <a:bodyPr anchor="ctr"/>
          <a:lstStyle>
            <a:lvl1pPr algn="l">
              <a:defRPr lang="en-GB" sz="900" b="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Niveau de confidentialité – Titre de la présentation</a:t>
            </a:r>
          </a:p>
        </p:txBody>
      </p:sp>
    </p:spTree>
    <p:extLst>
      <p:ext uri="{BB962C8B-B14F-4D97-AF65-F5344CB8AC3E}">
        <p14:creationId xmlns:p14="http://schemas.microsoft.com/office/powerpoint/2010/main" val="230864845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chapit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9740656-E207-8A48-AB1C-3103A53435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2916" y="0"/>
            <a:ext cx="12204913" cy="5808618"/>
          </a:xfrm>
          <a:prstGeom prst="rect">
            <a:avLst/>
          </a:prstGeom>
        </p:spPr>
      </p:pic>
      <p:pic>
        <p:nvPicPr>
          <p:cNvPr id="6" name="Image 2">
            <a:extLst>
              <a:ext uri="{FF2B5EF4-FFF2-40B4-BE49-F238E27FC236}">
                <a16:creationId xmlns:a16="http://schemas.microsoft.com/office/drawing/2014/main" id="{4C61F87B-0BC3-4148-B0CA-558632B267A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7" name="Imagen 289">
            <a:extLst>
              <a:ext uri="{FF2B5EF4-FFF2-40B4-BE49-F238E27FC236}">
                <a16:creationId xmlns:a16="http://schemas.microsoft.com/office/drawing/2014/main" id="{298E3B84-34FA-2D4C-A95F-9AB7FE008D8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46449" y="5920231"/>
            <a:ext cx="1726725" cy="836170"/>
          </a:xfrm>
          <a:prstGeom prst="rect">
            <a:avLst/>
          </a:prstGeom>
        </p:spPr>
      </p:pic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D80A6E1B-9176-2047-8236-D8410312CB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9540" y="4120954"/>
            <a:ext cx="5883634" cy="1098891"/>
          </a:xfrm>
        </p:spPr>
        <p:txBody>
          <a:bodyPr anchor="ctr">
            <a:spAutoFit/>
          </a:bodyPr>
          <a:lstStyle>
            <a:lvl1pPr marL="15875" indent="-15875">
              <a:buNone/>
              <a:tabLst/>
              <a:defRPr lang="en-GB" sz="3600" b="1" kern="1200" dirty="0" smtClean="0">
                <a:solidFill>
                  <a:schemeClr val="bg1"/>
                </a:solidFill>
                <a:latin typeface="AvenirNext LT Pro Medium" panose="020B05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fr-FR" noProof="0" dirty="0"/>
              <a:t>1. Cliquez ici pour ajouter le titre du chapitre</a:t>
            </a:r>
          </a:p>
        </p:txBody>
      </p:sp>
      <p:cxnSp>
        <p:nvCxnSpPr>
          <p:cNvPr id="8" name="Conector recto 118">
            <a:extLst>
              <a:ext uri="{FF2B5EF4-FFF2-40B4-BE49-F238E27FC236}">
                <a16:creationId xmlns:a16="http://schemas.microsoft.com/office/drawing/2014/main" id="{44036597-291A-6140-9CF2-167C29ED16F6}"/>
              </a:ext>
            </a:extLst>
          </p:cNvPr>
          <p:cNvCxnSpPr>
            <a:cxnSpLocks/>
          </p:cNvCxnSpPr>
          <p:nvPr userDrawn="1"/>
        </p:nvCxnSpPr>
        <p:spPr>
          <a:xfrm>
            <a:off x="1113865" y="6477964"/>
            <a:ext cx="0" cy="158400"/>
          </a:xfrm>
          <a:prstGeom prst="line">
            <a:avLst/>
          </a:prstGeom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BC28105C-BDDA-6945-93B2-26E96ADEF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9492" y="6346659"/>
            <a:ext cx="636447" cy="365125"/>
          </a:xfrm>
          <a:prstGeom prst="rect">
            <a:avLst/>
          </a:prstGeom>
        </p:spPr>
        <p:txBody>
          <a:bodyPr anchor="ctr"/>
          <a:lstStyle>
            <a:lvl1pPr algn="r">
              <a:defRPr lang="en-GB" sz="9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50B9D9B-824C-437E-B87C-640CB12706FF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2" name="Marcador de pie de página 4">
            <a:extLst>
              <a:ext uri="{FF2B5EF4-FFF2-40B4-BE49-F238E27FC236}">
                <a16:creationId xmlns:a16="http://schemas.microsoft.com/office/drawing/2014/main" id="{E8AF0556-1AB0-4673-8B95-C84B476C3A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86532" y="6346658"/>
            <a:ext cx="6706631" cy="365125"/>
          </a:xfrm>
          <a:prstGeom prst="rect">
            <a:avLst/>
          </a:prstGeom>
        </p:spPr>
        <p:txBody>
          <a:bodyPr anchor="ctr"/>
          <a:lstStyle>
            <a:lvl1pPr algn="l">
              <a:defRPr lang="en-GB" sz="900" b="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Niveau de confidentialité – Titre de la présentation</a:t>
            </a:r>
          </a:p>
        </p:txBody>
      </p:sp>
    </p:spTree>
    <p:extLst>
      <p:ext uri="{BB962C8B-B14F-4D97-AF65-F5344CB8AC3E}">
        <p14:creationId xmlns:p14="http://schemas.microsoft.com/office/powerpoint/2010/main" val="20132134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 PHOTO GROUPE APICI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62D8C36D-F90D-994D-895E-A0BD05DC93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EFA9044-B344-0C43-B04F-6BBA6C29496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35823" y="599010"/>
            <a:ext cx="5193721" cy="5390549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8317B1F-91E0-DC4E-BEB3-3AD066B8E0A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484577" y="5231999"/>
            <a:ext cx="2023893" cy="751004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05BEA70-78D7-C34F-88A9-ECBB6943995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967202" y="1425655"/>
            <a:ext cx="4330959" cy="37223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1138" b="1" cap="all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dirty="0"/>
              <a:t>NOM DU PROJET</a:t>
            </a:r>
          </a:p>
        </p:txBody>
      </p:sp>
      <p:sp>
        <p:nvSpPr>
          <p:cNvPr id="11" name="Espace réservé de la date 3">
            <a:extLst>
              <a:ext uri="{FF2B5EF4-FFF2-40B4-BE49-F238E27FC236}">
                <a16:creationId xmlns:a16="http://schemas.microsoft.com/office/drawing/2014/main" id="{8E1DB2A1-C545-8540-AFA5-DBC700A3BA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67202" y="933681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650" b="1" cap="all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dirty="0"/>
              <a:t>12 DECEMBRE 2019</a:t>
            </a:r>
          </a:p>
        </p:txBody>
      </p:sp>
      <p:sp>
        <p:nvSpPr>
          <p:cNvPr id="13" name="Sous-titre 2">
            <a:extLst>
              <a:ext uri="{FF2B5EF4-FFF2-40B4-BE49-F238E27FC236}">
                <a16:creationId xmlns:a16="http://schemas.microsoft.com/office/drawing/2014/main" id="{49A75585-DD6E-334A-8464-AD9E22507C3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967202" y="2125453"/>
            <a:ext cx="4330959" cy="35168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925" b="1" cap="all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fr-FR" dirty="0"/>
              <a:t>TITRE DE LA PRÉSENTATION</a:t>
            </a:r>
          </a:p>
        </p:txBody>
      </p:sp>
      <p:sp>
        <p:nvSpPr>
          <p:cNvPr id="20" name="Espace réservé du texte 4">
            <a:extLst>
              <a:ext uri="{FF2B5EF4-FFF2-40B4-BE49-F238E27FC236}">
                <a16:creationId xmlns:a16="http://schemas.microsoft.com/office/drawing/2014/main" id="{7F925275-33A7-C041-97E2-3CEF7AF8331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67202" y="6164079"/>
            <a:ext cx="4330959" cy="351023"/>
          </a:xfrm>
        </p:spPr>
        <p:txBody>
          <a:bodyPr>
            <a:noAutofit/>
          </a:bodyPr>
          <a:lstStyle>
            <a:lvl1pPr marL="0" marR="0" indent="0" algn="l" defTabSz="74295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fr-FR" sz="650" b="1" kern="1200" cap="all" baseline="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sz="650" b="1" kern="1200" cap="all" baseline="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Nom, prénom, Direction/service</a:t>
            </a:r>
          </a:p>
        </p:txBody>
      </p:sp>
    </p:spTree>
    <p:extLst>
      <p:ext uri="{BB962C8B-B14F-4D97-AF65-F5344CB8AC3E}">
        <p14:creationId xmlns:p14="http://schemas.microsoft.com/office/powerpoint/2010/main" val="33106731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 CO BRANDE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F245884-4A26-014C-8270-5E29D337B23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Espace réservé pour une image  4">
            <a:extLst>
              <a:ext uri="{FF2B5EF4-FFF2-40B4-BE49-F238E27FC236}">
                <a16:creationId xmlns:a16="http://schemas.microsoft.com/office/drawing/2014/main" id="{C8A53722-5B2D-3A48-B50F-C6C0373E96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480550" y="4528823"/>
            <a:ext cx="2016126" cy="5297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813" i="1"/>
            </a:lvl1pPr>
          </a:lstStyle>
          <a:p>
            <a:r>
              <a:rPr lang="fr-FR" dirty="0"/>
              <a:t>AUTRE LOGO</a:t>
            </a:r>
          </a:p>
        </p:txBody>
      </p:sp>
      <p:sp>
        <p:nvSpPr>
          <p:cNvPr id="10" name="Espace réservé du texte 4">
            <a:extLst>
              <a:ext uri="{FF2B5EF4-FFF2-40B4-BE49-F238E27FC236}">
                <a16:creationId xmlns:a16="http://schemas.microsoft.com/office/drawing/2014/main" id="{83D72275-9726-AA40-A9FC-F34D14E5245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67202" y="6164079"/>
            <a:ext cx="4330959" cy="351023"/>
          </a:xfrm>
        </p:spPr>
        <p:txBody>
          <a:bodyPr>
            <a:noAutofit/>
          </a:bodyPr>
          <a:lstStyle>
            <a:lvl1pPr marL="0" marR="0" indent="0" algn="l" defTabSz="74295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fr-FR" sz="650" b="1" kern="1200" cap="all" baseline="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sz="650" b="1" kern="1200" cap="all" baseline="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Nom, prénom, Direction/service</a:t>
            </a:r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B7BB4AE0-1CA3-004B-AB02-F95D2D4314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967202" y="1425655"/>
            <a:ext cx="4330959" cy="37223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1138" b="1" cap="all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dirty="0"/>
              <a:t>NOM DU PROJET</a:t>
            </a:r>
          </a:p>
        </p:txBody>
      </p:sp>
      <p:sp>
        <p:nvSpPr>
          <p:cNvPr id="15" name="Espace réservé de la date 3">
            <a:extLst>
              <a:ext uri="{FF2B5EF4-FFF2-40B4-BE49-F238E27FC236}">
                <a16:creationId xmlns:a16="http://schemas.microsoft.com/office/drawing/2014/main" id="{C11267B7-5D65-5C42-8ACA-234B03453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67202" y="933681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650" b="1" cap="all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dirty="0"/>
              <a:t>12 DECEMBRE 2019</a:t>
            </a:r>
          </a:p>
        </p:txBody>
      </p:sp>
      <p:sp>
        <p:nvSpPr>
          <p:cNvPr id="16" name="Sous-titre 2">
            <a:extLst>
              <a:ext uri="{FF2B5EF4-FFF2-40B4-BE49-F238E27FC236}">
                <a16:creationId xmlns:a16="http://schemas.microsoft.com/office/drawing/2014/main" id="{8624C9A7-7399-EE4F-9F38-45E6A484B8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967202" y="2416631"/>
            <a:ext cx="4330959" cy="322563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925" b="1" cap="all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fr-FR" dirty="0"/>
              <a:t>TITRE DE LA PRÉSENTATION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1B4E4069-8B73-574F-AFA2-092485944BE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84577" y="5231999"/>
            <a:ext cx="2023893" cy="75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91677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 CO BRANDE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46496E85-B9E0-0644-A846-A1C54E65A0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261" y="0"/>
            <a:ext cx="12192000" cy="6858000"/>
          </a:xfrm>
          <a:prstGeom prst="rect">
            <a:avLst/>
          </a:prstGeom>
        </p:spPr>
      </p:pic>
      <p:sp>
        <p:nvSpPr>
          <p:cNvPr id="9" name="Espace réservé pour une image  4">
            <a:extLst>
              <a:ext uri="{FF2B5EF4-FFF2-40B4-BE49-F238E27FC236}">
                <a16:creationId xmlns:a16="http://schemas.microsoft.com/office/drawing/2014/main" id="{9785E297-1CDB-614D-8911-61879A00D70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480550" y="4528823"/>
            <a:ext cx="2016126" cy="5297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813" i="1"/>
            </a:lvl1pPr>
          </a:lstStyle>
          <a:p>
            <a:r>
              <a:rPr lang="fr-FR" dirty="0"/>
              <a:t>AUTRE LOGO</a:t>
            </a:r>
          </a:p>
        </p:txBody>
      </p:sp>
      <p:sp>
        <p:nvSpPr>
          <p:cNvPr id="15" name="Titre 1">
            <a:extLst>
              <a:ext uri="{FF2B5EF4-FFF2-40B4-BE49-F238E27FC236}">
                <a16:creationId xmlns:a16="http://schemas.microsoft.com/office/drawing/2014/main" id="{569E98F6-9E0D-4344-878A-E4A1D3D5A56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967202" y="1425655"/>
            <a:ext cx="4330959" cy="37223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1138" b="1" cap="all" baseline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dirty="0"/>
              <a:t>Réunion de service</a:t>
            </a:r>
          </a:p>
        </p:txBody>
      </p:sp>
      <p:sp>
        <p:nvSpPr>
          <p:cNvPr id="17" name="Sous-titre 2">
            <a:extLst>
              <a:ext uri="{FF2B5EF4-FFF2-40B4-BE49-F238E27FC236}">
                <a16:creationId xmlns:a16="http://schemas.microsoft.com/office/drawing/2014/main" id="{9DDF751C-2BCB-0D4D-ADA2-BE30BC2915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967202" y="2232485"/>
            <a:ext cx="4488838" cy="340978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1" cap="all" baseline="0">
                <a:solidFill>
                  <a:schemeClr val="tx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fr-FR" altLang="fr-FR" dirty="0">
                <a:ea typeface="MS PGothic" panose="020B0600070205080204" pitchFamily="34" charset="-128"/>
              </a:rPr>
              <a:t>SERVICE</a:t>
            </a:r>
          </a:p>
          <a:p>
            <a:r>
              <a:rPr lang="fr-FR" altLang="fr-FR" dirty="0">
                <a:ea typeface="MS PGothic" panose="020B0600070205080204" pitchFamily="34" charset="-128"/>
              </a:rPr>
              <a:t>M</a:t>
            </a:r>
            <a:r>
              <a:rPr lang="fr-FR" dirty="0"/>
              <a:t>anagement des versions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EB0CE3E4-771D-D746-87AD-07D0CCECC46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84577" y="5231999"/>
            <a:ext cx="2023893" cy="751004"/>
          </a:xfrm>
          <a:prstGeom prst="rect">
            <a:avLst/>
          </a:prstGeom>
        </p:spPr>
      </p:pic>
      <p:sp>
        <p:nvSpPr>
          <p:cNvPr id="13" name="Espace réservé du texte 4">
            <a:extLst>
              <a:ext uri="{FF2B5EF4-FFF2-40B4-BE49-F238E27FC236}">
                <a16:creationId xmlns:a16="http://schemas.microsoft.com/office/drawing/2014/main" id="{15B5C890-2098-5B46-A693-133FD0A37FB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202" y="6164079"/>
            <a:ext cx="4330959" cy="35102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650" b="1">
                <a:solidFill>
                  <a:schemeClr val="tx2"/>
                </a:solidFill>
                <a:effectLst/>
              </a:defRPr>
            </a:lvl1pPr>
          </a:lstStyle>
          <a:p>
            <a:r>
              <a:rPr lang="fr-FR" dirty="0"/>
              <a:t>DAUPHIN Thierry, DSI/management des versions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B5F24FC-2FE0-44CF-AC3D-3AD6573307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FR" dirty="0"/>
              <a:t>12 DECEMBRE 2019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B795F9F-28CE-4A02-8D0C-6B688443ABD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FR" dirty="0"/>
              <a:t>Présentation sans valeur en l’absence des commentaires qui l’accompagnent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9EB7C7C-241E-43FA-8428-DDD90DD5E8C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A0EFD2-CA23-4EF7-8A87-70B73D3C5ADA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283762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4CF31B43-6DE0-DA47-B4EE-0E2F958890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05BEA70-78D7-C34F-88A9-ECBB6943995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966558" y="2055831"/>
            <a:ext cx="4320000" cy="3600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12898" marR="0" indent="0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lang="fr-FR" sz="1300" b="1" kern="1200" cap="all" baseline="0" dirty="0">
                <a:solidFill>
                  <a:srgbClr val="58B14A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1. Information générales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89383C6-480A-E248-BC81-78A694F8BE5E}"/>
              </a:ext>
            </a:extLst>
          </p:cNvPr>
          <p:cNvSpPr txBox="1"/>
          <p:nvPr userDrawn="1"/>
        </p:nvSpPr>
        <p:spPr>
          <a:xfrm>
            <a:off x="1966559" y="1230996"/>
            <a:ext cx="3451860" cy="542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2925" b="1" kern="1200" noProof="0" dirty="0">
                <a:solidFill>
                  <a:srgbClr val="E3051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SOMMAIRE</a:t>
            </a:r>
          </a:p>
        </p:txBody>
      </p:sp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2FD6521F-9110-E344-9B98-3750C9B037D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66558" y="2644985"/>
            <a:ext cx="4320000" cy="3600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 cap="all" baseline="0">
                <a:solidFill>
                  <a:schemeClr val="accent6"/>
                </a:solidFill>
              </a:defRPr>
            </a:lvl1pPr>
          </a:lstStyle>
          <a:p>
            <a:r>
              <a:rPr lang="fr-FR" dirty="0"/>
              <a:t>2. présentations</a:t>
            </a:r>
          </a:p>
        </p:txBody>
      </p:sp>
      <p:sp>
        <p:nvSpPr>
          <p:cNvPr id="19" name="Espace réservé du texte 18">
            <a:extLst>
              <a:ext uri="{FF2B5EF4-FFF2-40B4-BE49-F238E27FC236}">
                <a16:creationId xmlns:a16="http://schemas.microsoft.com/office/drawing/2014/main" id="{06FF21DA-08B8-C442-A316-6D06E53232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66558" y="3234140"/>
            <a:ext cx="4320000" cy="3600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 cap="all" baseline="0">
                <a:solidFill>
                  <a:schemeClr val="accent2"/>
                </a:solidFill>
              </a:defRPr>
            </a:lvl1pPr>
          </a:lstStyle>
          <a:p>
            <a:r>
              <a:rPr lang="fr-FR" dirty="0"/>
              <a:t>3. Tour de table</a:t>
            </a:r>
          </a:p>
        </p:txBody>
      </p:sp>
      <p:sp>
        <p:nvSpPr>
          <p:cNvPr id="21" name="Espace réservé du texte 20">
            <a:extLst>
              <a:ext uri="{FF2B5EF4-FFF2-40B4-BE49-F238E27FC236}">
                <a16:creationId xmlns:a16="http://schemas.microsoft.com/office/drawing/2014/main" id="{FAC44851-EFEE-E347-9FA4-94F9DB52D4B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66558" y="3823294"/>
            <a:ext cx="4320000" cy="3600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 cap="all" baseline="0">
                <a:solidFill>
                  <a:schemeClr val="accent3"/>
                </a:solidFill>
              </a:defRPr>
            </a:lvl1pPr>
          </a:lstStyle>
          <a:p>
            <a:r>
              <a:rPr lang="fr-FR" dirty="0"/>
              <a:t>4. Prochaines Dates</a:t>
            </a:r>
          </a:p>
        </p:txBody>
      </p:sp>
      <p:sp>
        <p:nvSpPr>
          <p:cNvPr id="23" name="Espace réservé du texte 22">
            <a:extLst>
              <a:ext uri="{FF2B5EF4-FFF2-40B4-BE49-F238E27FC236}">
                <a16:creationId xmlns:a16="http://schemas.microsoft.com/office/drawing/2014/main" id="{096E09C9-E8BB-1D41-9963-17E0AD5E6A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966558" y="4412449"/>
            <a:ext cx="4320000" cy="360000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 b="1" cap="all" baseline="0">
                <a:solidFill>
                  <a:schemeClr val="accent4"/>
                </a:solidFill>
              </a:defRPr>
            </a:lvl1pPr>
          </a:lstStyle>
          <a:p>
            <a:r>
              <a:rPr lang="fr-FR" dirty="0"/>
              <a:t>5. Historique des présentations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1809706A-0359-A54A-B89F-3278B0BF610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84577" y="5231999"/>
            <a:ext cx="2023893" cy="751004"/>
          </a:xfrm>
          <a:prstGeom prst="rect">
            <a:avLst/>
          </a:prstGeom>
        </p:spPr>
      </p:pic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F0CA9BB-0A33-4B18-9BA1-E805E3EA5A9C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1496198" y="6093296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12 DECEMBRE 2019</a:t>
            </a:r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70FE0CF-E64B-4809-B1E6-81C5E9ABC85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1496198" y="6165304"/>
            <a:ext cx="4114800" cy="456478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Présentation sans valeur en l’absence des commentaires qui l’accompagnent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7466CBB-F982-4061-9004-F7AAAB4F872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C1A0EFD2-CA23-4EF7-8A87-70B73D3C5ADA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620653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PI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FC7C6670-49E2-9D41-AD7C-55D6AC888F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FF21689-25D9-8848-93AE-F6DF5CA7AA7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894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A3FA746B-5689-C049-BB76-80A1A9665DE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57067" y="1409077"/>
            <a:ext cx="6277861" cy="4074332"/>
          </a:xfrm>
          <a:prstGeom prst="rect">
            <a:avLst/>
          </a:prstGeom>
        </p:spPr>
      </p:pic>
      <p:sp>
        <p:nvSpPr>
          <p:cNvPr id="16" name="Espace réservé du texte 15">
            <a:extLst>
              <a:ext uri="{FF2B5EF4-FFF2-40B4-BE49-F238E27FC236}">
                <a16:creationId xmlns:a16="http://schemas.microsoft.com/office/drawing/2014/main" id="{FCEE03F9-E6FF-3544-8C84-CC28C4B570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19288" y="1858782"/>
            <a:ext cx="5350942" cy="3162925"/>
          </a:xfrm>
        </p:spPr>
        <p:txBody>
          <a:bodyPr anchor="ctr"/>
          <a:lstStyle>
            <a:lvl1pPr marL="0" marR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925" b="1" cap="all" baseline="0">
                <a:solidFill>
                  <a:schemeClr val="bg1"/>
                </a:solidFill>
              </a:defRPr>
            </a:lvl1pPr>
          </a:lstStyle>
          <a:p>
            <a:pPr marL="0" marR="0" lvl="0" indent="0" algn="l" defTabSz="742950" rtl="0" eaLnBrk="1" fontAlgn="auto" latinLnBrk="0" hangingPunct="1">
              <a:lnSpc>
                <a:spcPct val="90000"/>
              </a:lnSpc>
              <a:spcBef>
                <a:spcPts val="81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Titre, exergue </a:t>
            </a:r>
            <a:br>
              <a:rPr lang="fr-FR" dirty="0"/>
            </a:br>
            <a:r>
              <a:rPr lang="fr-FR" dirty="0"/>
              <a:t>ou citation</a:t>
            </a:r>
          </a:p>
        </p:txBody>
      </p:sp>
    </p:spTree>
    <p:extLst>
      <p:ext uri="{BB962C8B-B14F-4D97-AF65-F5344CB8AC3E}">
        <p14:creationId xmlns:p14="http://schemas.microsoft.com/office/powerpoint/2010/main" val="5705001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87F6BD3C-49C5-3C4A-A64E-E743B8D0D06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7883"/>
            <a:ext cx="12192000" cy="68580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6D27C568-EE56-4B45-A1F9-D44603AAE3B7}"/>
              </a:ext>
            </a:extLst>
          </p:cNvPr>
          <p:cNvSpPr txBox="1"/>
          <p:nvPr userDrawn="1"/>
        </p:nvSpPr>
        <p:spPr>
          <a:xfrm>
            <a:off x="1746044" y="788958"/>
            <a:ext cx="1868524" cy="1967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sz="12188" b="1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88CBD562-9360-9E4F-AED3-5A2B6BD38F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972290" y="5251843"/>
            <a:ext cx="4330959" cy="37223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1138" b="1" cap="all" baseline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dirty="0"/>
              <a:t>SOUS TITRE DU CHAPITRE</a:t>
            </a:r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3BC71640-FF28-5B41-BF37-5C0A633D46E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972289" y="3201187"/>
            <a:ext cx="4330959" cy="194677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925" b="1" cap="all" baseline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fr-FR" dirty="0"/>
              <a:t>Information générales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EDC30F8B-E0DA-8E41-910C-8C8FFBD93B6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84577" y="5231999"/>
            <a:ext cx="2023893" cy="751004"/>
          </a:xfrm>
          <a:prstGeom prst="rect">
            <a:avLst/>
          </a:prstGeom>
        </p:spPr>
      </p:pic>
      <p:sp>
        <p:nvSpPr>
          <p:cNvPr id="13" name="Espace réservé de la date 2">
            <a:extLst>
              <a:ext uri="{FF2B5EF4-FFF2-40B4-BE49-F238E27FC236}">
                <a16:creationId xmlns:a16="http://schemas.microsoft.com/office/drawing/2014/main" id="{0F9A99EA-3ABB-430C-B225-91AC9C309EC4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1496198" y="6093296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12 DECEMBRE 2019</a:t>
            </a:r>
          </a:p>
        </p:txBody>
      </p:sp>
      <p:sp>
        <p:nvSpPr>
          <p:cNvPr id="14" name="Espace réservé du pied de page 4">
            <a:extLst>
              <a:ext uri="{FF2B5EF4-FFF2-40B4-BE49-F238E27FC236}">
                <a16:creationId xmlns:a16="http://schemas.microsoft.com/office/drawing/2014/main" id="{0AFF6239-6DF3-4447-8FC6-F22640128FA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1496198" y="6165304"/>
            <a:ext cx="4114800" cy="456478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Présentation sans valeur en l’absence des commentaires qui l’accompagnent</a:t>
            </a:r>
          </a:p>
        </p:txBody>
      </p:sp>
    </p:spTree>
    <p:extLst>
      <p:ext uri="{BB962C8B-B14F-4D97-AF65-F5344CB8AC3E}">
        <p14:creationId xmlns:p14="http://schemas.microsoft.com/office/powerpoint/2010/main" val="32658642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158D6002-D665-420A-8BD2-4BFE30D332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E575DE9F-755E-4846-8B3E-A8C5FEA52ACC}"/>
              </a:ext>
            </a:extLst>
          </p:cNvPr>
          <p:cNvSpPr txBox="1"/>
          <p:nvPr userDrawn="1"/>
        </p:nvSpPr>
        <p:spPr>
          <a:xfrm>
            <a:off x="1810593" y="788958"/>
            <a:ext cx="1868524" cy="1967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sz="12188" b="1" dirty="0">
                <a:solidFill>
                  <a:schemeClr val="accent6"/>
                </a:solidFill>
              </a:rPr>
              <a:t>2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CBB70422-1641-1740-A47A-9DB4B4005D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972290" y="5251843"/>
            <a:ext cx="4330959" cy="37223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1138" b="1" cap="all" baseline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dirty="0"/>
              <a:t>SOUS TITRE DU CHAPITRE</a:t>
            </a:r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20324453-2F4E-1643-B36B-C502A371EAA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972289" y="3201187"/>
            <a:ext cx="4330959" cy="194677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925" b="1" cap="all" baseline="0">
                <a:solidFill>
                  <a:schemeClr val="accent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fr-FR" dirty="0"/>
              <a:t>Présentations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8A8760A-6ACA-E949-A7CA-C2193A91453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84577" y="5231999"/>
            <a:ext cx="2023893" cy="751004"/>
          </a:xfrm>
          <a:prstGeom prst="rect">
            <a:avLst/>
          </a:prstGeom>
        </p:spPr>
      </p:pic>
      <p:sp>
        <p:nvSpPr>
          <p:cNvPr id="14" name="Espace réservé de la date 2">
            <a:extLst>
              <a:ext uri="{FF2B5EF4-FFF2-40B4-BE49-F238E27FC236}">
                <a16:creationId xmlns:a16="http://schemas.microsoft.com/office/drawing/2014/main" id="{5A101C1E-2E27-4498-AE64-9092EDC1CAF7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1496198" y="6093296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12 DECEMBRE 2019</a:t>
            </a:r>
          </a:p>
        </p:txBody>
      </p:sp>
      <p:sp>
        <p:nvSpPr>
          <p:cNvPr id="15" name="Espace réservé du pied de page 4">
            <a:extLst>
              <a:ext uri="{FF2B5EF4-FFF2-40B4-BE49-F238E27FC236}">
                <a16:creationId xmlns:a16="http://schemas.microsoft.com/office/drawing/2014/main" id="{1B958138-AD89-4CE2-9C76-1F31837CF0F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1496198" y="6165304"/>
            <a:ext cx="4114800" cy="456478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Présentation sans valeur en l’absence des commentaires qui l’accompagnent</a:t>
            </a:r>
          </a:p>
        </p:txBody>
      </p:sp>
    </p:spTree>
    <p:extLst>
      <p:ext uri="{BB962C8B-B14F-4D97-AF65-F5344CB8AC3E}">
        <p14:creationId xmlns:p14="http://schemas.microsoft.com/office/powerpoint/2010/main" val="13758653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645B2D8A-1F25-124F-8900-3D8E76E6D4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E575DE9F-755E-4846-8B3E-A8C5FEA52ACC}"/>
              </a:ext>
            </a:extLst>
          </p:cNvPr>
          <p:cNvSpPr txBox="1"/>
          <p:nvPr userDrawn="1"/>
        </p:nvSpPr>
        <p:spPr>
          <a:xfrm>
            <a:off x="1853625" y="788958"/>
            <a:ext cx="1868524" cy="1967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sz="12188" b="1" dirty="0">
                <a:solidFill>
                  <a:schemeClr val="accent2"/>
                </a:solidFill>
              </a:rPr>
              <a:t>3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1A051720-1FE2-A44B-8CC5-5D57EF9F33B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972290" y="5251843"/>
            <a:ext cx="4330959" cy="37223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1138" b="1" cap="all" baseline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dirty="0"/>
              <a:t>SOUS TITRE DU CHAPITRE</a:t>
            </a:r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9CAD0C4D-9F63-5349-B625-A15125B3B8B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972289" y="3201187"/>
            <a:ext cx="4330959" cy="194677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925" b="1" cap="all" baseline="0">
                <a:solidFill>
                  <a:schemeClr val="accent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fr-FR" dirty="0"/>
              <a:t>Tour de table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B8FA4F8-69BE-674B-BAB6-AC933B1ECD2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84577" y="5231999"/>
            <a:ext cx="2023893" cy="751004"/>
          </a:xfrm>
          <a:prstGeom prst="rect">
            <a:avLst/>
          </a:prstGeom>
        </p:spPr>
      </p:pic>
      <p:sp>
        <p:nvSpPr>
          <p:cNvPr id="13" name="Espace réservé de la date 2">
            <a:extLst>
              <a:ext uri="{FF2B5EF4-FFF2-40B4-BE49-F238E27FC236}">
                <a16:creationId xmlns:a16="http://schemas.microsoft.com/office/drawing/2014/main" id="{7653D88D-2F2E-42D7-806D-9FB0BC6A7264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1496198" y="6093296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12 DECEMBRE 2019</a:t>
            </a:r>
          </a:p>
        </p:txBody>
      </p:sp>
      <p:sp>
        <p:nvSpPr>
          <p:cNvPr id="14" name="Espace réservé du pied de page 4">
            <a:extLst>
              <a:ext uri="{FF2B5EF4-FFF2-40B4-BE49-F238E27FC236}">
                <a16:creationId xmlns:a16="http://schemas.microsoft.com/office/drawing/2014/main" id="{BD352DEE-85A9-4E15-9D15-A8850EA13AE0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1496198" y="6165304"/>
            <a:ext cx="4114800" cy="456478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Présentation sans valeur en l’absence des commentaires qui l’accompagnent</a:t>
            </a:r>
          </a:p>
        </p:txBody>
      </p:sp>
    </p:spTree>
    <p:extLst>
      <p:ext uri="{BB962C8B-B14F-4D97-AF65-F5344CB8AC3E}">
        <p14:creationId xmlns:p14="http://schemas.microsoft.com/office/powerpoint/2010/main" val="41061601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F40F02AF-3107-1E4C-84E4-0512F4AFA12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3837" y="0"/>
            <a:ext cx="12192000" cy="685800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E575DE9F-755E-4846-8B3E-A8C5FEA52ACC}"/>
              </a:ext>
            </a:extLst>
          </p:cNvPr>
          <p:cNvSpPr txBox="1"/>
          <p:nvPr userDrawn="1"/>
        </p:nvSpPr>
        <p:spPr>
          <a:xfrm>
            <a:off x="1907416" y="788958"/>
            <a:ext cx="1868524" cy="1967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sz="12188" b="1" dirty="0">
                <a:solidFill>
                  <a:schemeClr val="accent5"/>
                </a:solidFill>
              </a:rPr>
              <a:t>4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20DFA845-EC0F-F945-8599-0A0B7CDFCD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972290" y="5251843"/>
            <a:ext cx="4330959" cy="37223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1138" b="1" cap="all" baseline="0">
                <a:solidFill>
                  <a:schemeClr val="accent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dirty="0"/>
              <a:t>SOUS TITRE DU CHAPITRE</a:t>
            </a:r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1582ED3B-DD03-EB4B-BAE5-AA45DFB4B76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972289" y="3201187"/>
            <a:ext cx="4330959" cy="194677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925" b="1" cap="all" baseline="0">
                <a:solidFill>
                  <a:schemeClr val="accent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fr-FR" dirty="0"/>
              <a:t>Prochaines dates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B1F375CF-66F0-754A-BC8C-14A6D0AC363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84577" y="5231999"/>
            <a:ext cx="2023893" cy="751004"/>
          </a:xfrm>
          <a:prstGeom prst="rect">
            <a:avLst/>
          </a:prstGeom>
        </p:spPr>
      </p:pic>
      <p:sp>
        <p:nvSpPr>
          <p:cNvPr id="13" name="Espace réservé de la date 2">
            <a:extLst>
              <a:ext uri="{FF2B5EF4-FFF2-40B4-BE49-F238E27FC236}">
                <a16:creationId xmlns:a16="http://schemas.microsoft.com/office/drawing/2014/main" id="{94FAA6E6-60E0-4BF8-92B6-399A6CB11D1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1496198" y="6093296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12 DECEMBRE 2019</a:t>
            </a:r>
          </a:p>
        </p:txBody>
      </p:sp>
      <p:sp>
        <p:nvSpPr>
          <p:cNvPr id="14" name="Espace réservé du pied de page 4">
            <a:extLst>
              <a:ext uri="{FF2B5EF4-FFF2-40B4-BE49-F238E27FC236}">
                <a16:creationId xmlns:a16="http://schemas.microsoft.com/office/drawing/2014/main" id="{BB0C4522-E54C-41F2-8D0D-FF5C0F438370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1496198" y="6165304"/>
            <a:ext cx="4114800" cy="456478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Présentation sans valeur en l’absence des commentaires qui l’accompagnent</a:t>
            </a:r>
          </a:p>
        </p:txBody>
      </p:sp>
    </p:spTree>
    <p:extLst>
      <p:ext uri="{BB962C8B-B14F-4D97-AF65-F5344CB8AC3E}">
        <p14:creationId xmlns:p14="http://schemas.microsoft.com/office/powerpoint/2010/main" val="28959055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877AD33D-749B-2240-B05D-42081EC8A0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E575DE9F-755E-4846-8B3E-A8C5FEA52ACC}"/>
              </a:ext>
            </a:extLst>
          </p:cNvPr>
          <p:cNvSpPr txBox="1"/>
          <p:nvPr userDrawn="1"/>
        </p:nvSpPr>
        <p:spPr>
          <a:xfrm>
            <a:off x="1842867" y="788958"/>
            <a:ext cx="1868524" cy="1967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sz="12188" b="1" dirty="0">
                <a:solidFill>
                  <a:schemeClr val="accent4"/>
                </a:solidFill>
              </a:rPr>
              <a:t>5</a:t>
            </a: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75CCDBE2-246B-FB49-9895-17787336354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972290" y="5251843"/>
            <a:ext cx="4330959" cy="37223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1138" b="1" cap="all" baseline="0">
                <a:solidFill>
                  <a:schemeClr val="accent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dirty="0"/>
              <a:t>SOUS TITRE DU CHAPITRE</a:t>
            </a:r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245A859C-7A87-594C-8A83-D51AE6CC78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972289" y="3201187"/>
            <a:ext cx="4330959" cy="194677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925" b="1" cap="all" baseline="0">
                <a:solidFill>
                  <a:schemeClr val="accent4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fr-FR" dirty="0"/>
              <a:t>Historique des </a:t>
            </a:r>
            <a:r>
              <a:rPr lang="fr-FR" dirty="0" err="1"/>
              <a:t>presentations</a:t>
            </a:r>
            <a:endParaRPr lang="fr-FR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87AD69B-9133-F641-8923-B9CCB737677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84577" y="5231999"/>
            <a:ext cx="2023893" cy="751004"/>
          </a:xfrm>
          <a:prstGeom prst="rect">
            <a:avLst/>
          </a:prstGeom>
        </p:spPr>
      </p:pic>
      <p:sp>
        <p:nvSpPr>
          <p:cNvPr id="13" name="Espace réservé de la date 2">
            <a:extLst>
              <a:ext uri="{FF2B5EF4-FFF2-40B4-BE49-F238E27FC236}">
                <a16:creationId xmlns:a16="http://schemas.microsoft.com/office/drawing/2014/main" id="{FC6D09E4-95D0-4EA7-9DDF-9AAD38F17130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1496198" y="6093296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12 DECEMBRE 2019</a:t>
            </a:r>
          </a:p>
        </p:txBody>
      </p:sp>
      <p:sp>
        <p:nvSpPr>
          <p:cNvPr id="14" name="Espace réservé du pied de page 4">
            <a:extLst>
              <a:ext uri="{FF2B5EF4-FFF2-40B4-BE49-F238E27FC236}">
                <a16:creationId xmlns:a16="http://schemas.microsoft.com/office/drawing/2014/main" id="{E6204085-B011-422A-ADC4-6AE2EDBEFD3A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1496198" y="6165304"/>
            <a:ext cx="4114800" cy="456478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Présentation sans valeur en l’absence des commentaires qui l’accompagnent</a:t>
            </a:r>
          </a:p>
        </p:txBody>
      </p:sp>
    </p:spTree>
    <p:extLst>
      <p:ext uri="{BB962C8B-B14F-4D97-AF65-F5344CB8AC3E}">
        <p14:creationId xmlns:p14="http://schemas.microsoft.com/office/powerpoint/2010/main" val="19929231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0FDA0507-3350-334E-B10E-4EAFBBF6B6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re 1">
            <a:extLst>
              <a:ext uri="{FF2B5EF4-FFF2-40B4-BE49-F238E27FC236}">
                <a16:creationId xmlns:a16="http://schemas.microsoft.com/office/drawing/2014/main" id="{D5390879-0BE1-2D48-BA9A-DE6EA6DA11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196" y="644583"/>
            <a:ext cx="734581" cy="72893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742950" rtl="0" eaLnBrk="1" latinLnBrk="0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fr-FR" sz="3413" b="1" kern="1200" dirty="0">
                <a:solidFill>
                  <a:srgbClr val="E3051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dirty="0"/>
              <a:t>0</a:t>
            </a:r>
          </a:p>
        </p:txBody>
      </p:sp>
      <p:sp>
        <p:nvSpPr>
          <p:cNvPr id="16" name="Espace réservé du texte 6">
            <a:extLst>
              <a:ext uri="{FF2B5EF4-FFF2-40B4-BE49-F238E27FC236}">
                <a16:creationId xmlns:a16="http://schemas.microsoft.com/office/drawing/2014/main" id="{F5FA3E84-9257-F640-9280-E6BA81813EF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51497" y="271765"/>
            <a:ext cx="2545074" cy="36353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fr-FR" sz="975" b="1" kern="1200" cap="all" baseline="0" dirty="0">
                <a:solidFill>
                  <a:srgbClr val="E30513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Réunion de service Management des versions</a:t>
            </a:r>
          </a:p>
        </p:txBody>
      </p:sp>
      <p:sp>
        <p:nvSpPr>
          <p:cNvPr id="17" name="Espace réservé du texte 19">
            <a:extLst>
              <a:ext uri="{FF2B5EF4-FFF2-40B4-BE49-F238E27FC236}">
                <a16:creationId xmlns:a16="http://schemas.microsoft.com/office/drawing/2014/main" id="{B7462D68-31CA-9742-A9C5-85C137E1D9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5315" y="1306901"/>
            <a:ext cx="7456182" cy="32210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lang="fr-FR" sz="1463" kern="1200" cap="all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SOUS-TITRE DE LA PAGE</a:t>
            </a:r>
          </a:p>
        </p:txBody>
      </p:sp>
      <p:sp>
        <p:nvSpPr>
          <p:cNvPr id="18" name="Espace réservé du texte 26">
            <a:extLst>
              <a:ext uri="{FF2B5EF4-FFF2-40B4-BE49-F238E27FC236}">
                <a16:creationId xmlns:a16="http://schemas.microsoft.com/office/drawing/2014/main" id="{AA12A20D-DCEE-E04A-944A-B1FCE8F85D2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95427" y="1934600"/>
            <a:ext cx="8993186" cy="85170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75"/>
            </a:lvl1pPr>
          </a:lstStyle>
          <a:p>
            <a:r>
              <a:rPr lang="fr-FR" dirty="0"/>
              <a:t>Introduction – texte courant</a:t>
            </a:r>
          </a:p>
        </p:txBody>
      </p:sp>
      <p:sp>
        <p:nvSpPr>
          <p:cNvPr id="20" name="Espace réservé du texte 2">
            <a:extLst>
              <a:ext uri="{FF2B5EF4-FFF2-40B4-BE49-F238E27FC236}">
                <a16:creationId xmlns:a16="http://schemas.microsoft.com/office/drawing/2014/main" id="{F23FC01D-325C-CF44-8930-5E2D7852415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95315" y="854312"/>
            <a:ext cx="7456182" cy="3333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74295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1788" b="1" kern="1200" cap="all" baseline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dirty="0"/>
              <a:t>TITRE DE LA PAGE</a:t>
            </a:r>
          </a:p>
        </p:txBody>
      </p:sp>
      <p:sp>
        <p:nvSpPr>
          <p:cNvPr id="22" name="Espace réservé du texte 29">
            <a:extLst>
              <a:ext uri="{FF2B5EF4-FFF2-40B4-BE49-F238E27FC236}">
                <a16:creationId xmlns:a16="http://schemas.microsoft.com/office/drawing/2014/main" id="{CEEE0E53-D272-9349-9A0C-56243AC3C1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95427" y="2911642"/>
            <a:ext cx="8993186" cy="2857332"/>
          </a:xfrm>
          <a:prstGeom prst="rect">
            <a:avLst/>
          </a:prstGeom>
        </p:spPr>
        <p:txBody>
          <a:bodyPr>
            <a:normAutofit/>
          </a:bodyPr>
          <a:lstStyle>
            <a:lvl1pPr marL="108347" indent="-108347">
              <a:buClr>
                <a:schemeClr val="tx2"/>
              </a:buClr>
              <a:buFont typeface="Wingdings" pitchFamily="2" charset="2"/>
              <a:buChar char="§"/>
              <a:tabLst/>
              <a:defRPr sz="1400" b="1" cap="none" baseline="0">
                <a:latin typeface="+mn-lt"/>
              </a:defRPr>
            </a:lvl1pPr>
            <a:lvl2pPr marL="255389" indent="-109637">
              <a:lnSpc>
                <a:spcPct val="100000"/>
              </a:lnSpc>
              <a:spcBef>
                <a:spcPts val="975"/>
              </a:spcBef>
              <a:buClr>
                <a:schemeClr val="tx2"/>
              </a:buClr>
              <a:buFont typeface="Police système"/>
              <a:buChar char="‣"/>
              <a:tabLst/>
              <a:defRPr sz="1200" b="1" cap="none" baseline="0"/>
            </a:lvl2pPr>
          </a:lstStyle>
          <a:p>
            <a:r>
              <a:rPr lang="fr-FR" dirty="0"/>
              <a:t>TITRE DE NIVEAU 2</a:t>
            </a:r>
          </a:p>
          <a:p>
            <a:pPr lvl="1"/>
            <a:r>
              <a:rPr lang="fr-FR" dirty="0"/>
              <a:t>Titre de niveau 3 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F39111D6-8CA8-C448-99C6-E5BEDACFF10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7074" y="6124061"/>
            <a:ext cx="1222460" cy="453617"/>
          </a:xfrm>
          <a:prstGeom prst="rect">
            <a:avLst/>
          </a:prstGeom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99E8287-381C-4A79-B800-129406E26E44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C1A0EFD2-CA23-4EF7-8A87-70B73D3C5ADA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3" name="Espace réservé de la date 2">
            <a:extLst>
              <a:ext uri="{FF2B5EF4-FFF2-40B4-BE49-F238E27FC236}">
                <a16:creationId xmlns:a16="http://schemas.microsoft.com/office/drawing/2014/main" id="{23EED898-B893-4052-9B96-4AFC611B71D3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1496198" y="6093296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12 DECEMBRE 2019</a:t>
            </a:r>
          </a:p>
        </p:txBody>
      </p:sp>
      <p:sp>
        <p:nvSpPr>
          <p:cNvPr id="21" name="Espace réservé du pied de page 4">
            <a:extLst>
              <a:ext uri="{FF2B5EF4-FFF2-40B4-BE49-F238E27FC236}">
                <a16:creationId xmlns:a16="http://schemas.microsoft.com/office/drawing/2014/main" id="{67B19D0F-74F8-4532-9A59-3944258776B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1496198" y="6165304"/>
            <a:ext cx="4114800" cy="456478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Présentation sans valeur en l’absence des commentaires qui l’accompagnent</a:t>
            </a:r>
          </a:p>
        </p:txBody>
      </p:sp>
    </p:spTree>
    <p:extLst>
      <p:ext uri="{BB962C8B-B14F-4D97-AF65-F5344CB8AC3E}">
        <p14:creationId xmlns:p14="http://schemas.microsoft.com/office/powerpoint/2010/main" val="39014709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0FDA0507-3350-334E-B10E-4EAFBBF6B6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re 1">
            <a:extLst>
              <a:ext uri="{FF2B5EF4-FFF2-40B4-BE49-F238E27FC236}">
                <a16:creationId xmlns:a16="http://schemas.microsoft.com/office/drawing/2014/main" id="{D5390879-0BE1-2D48-BA9A-DE6EA6DA11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196" y="644583"/>
            <a:ext cx="734581" cy="72893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742950" rtl="0" eaLnBrk="1" latinLnBrk="0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fr-FR" sz="3413" b="1" kern="1200" dirty="0">
                <a:solidFill>
                  <a:srgbClr val="E3051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dirty="0"/>
              <a:t>0</a:t>
            </a:r>
          </a:p>
        </p:txBody>
      </p:sp>
      <p:sp>
        <p:nvSpPr>
          <p:cNvPr id="16" name="Espace réservé du texte 6">
            <a:extLst>
              <a:ext uri="{FF2B5EF4-FFF2-40B4-BE49-F238E27FC236}">
                <a16:creationId xmlns:a16="http://schemas.microsoft.com/office/drawing/2014/main" id="{F5FA3E84-9257-F640-9280-E6BA81813EF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51497" y="271765"/>
            <a:ext cx="2545074" cy="36353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fr-FR" sz="975" b="1" kern="1200" cap="all" baseline="0" dirty="0">
                <a:solidFill>
                  <a:srgbClr val="E30513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Réunion de service CSM AMBQ</a:t>
            </a:r>
          </a:p>
        </p:txBody>
      </p:sp>
      <p:sp>
        <p:nvSpPr>
          <p:cNvPr id="17" name="Espace réservé du texte 19">
            <a:extLst>
              <a:ext uri="{FF2B5EF4-FFF2-40B4-BE49-F238E27FC236}">
                <a16:creationId xmlns:a16="http://schemas.microsoft.com/office/drawing/2014/main" id="{B7462D68-31CA-9742-A9C5-85C137E1D93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95315" y="1306901"/>
            <a:ext cx="7456182" cy="32210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lang="fr-FR" sz="1463" kern="1200" cap="all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SOUS-TITRE DE LA PAGE</a:t>
            </a:r>
          </a:p>
        </p:txBody>
      </p:sp>
      <p:sp>
        <p:nvSpPr>
          <p:cNvPr id="20" name="Espace réservé du texte 2">
            <a:extLst>
              <a:ext uri="{FF2B5EF4-FFF2-40B4-BE49-F238E27FC236}">
                <a16:creationId xmlns:a16="http://schemas.microsoft.com/office/drawing/2014/main" id="{F23FC01D-325C-CF44-8930-5E2D7852415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95315" y="854312"/>
            <a:ext cx="7456182" cy="3333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74295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1788" b="1" kern="1200" cap="all" baseline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dirty="0"/>
              <a:t>TITRE DE LA PAGE</a:t>
            </a:r>
          </a:p>
        </p:txBody>
      </p:sp>
      <p:sp>
        <p:nvSpPr>
          <p:cNvPr id="22" name="Espace réservé du texte 29">
            <a:extLst>
              <a:ext uri="{FF2B5EF4-FFF2-40B4-BE49-F238E27FC236}">
                <a16:creationId xmlns:a16="http://schemas.microsoft.com/office/drawing/2014/main" id="{CEEE0E53-D272-9349-9A0C-56243AC3C1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95426" y="1748219"/>
            <a:ext cx="9904107" cy="4325573"/>
          </a:xfrm>
          <a:prstGeom prst="rect">
            <a:avLst/>
          </a:prstGeom>
        </p:spPr>
        <p:txBody>
          <a:bodyPr>
            <a:normAutofit/>
          </a:bodyPr>
          <a:lstStyle>
            <a:lvl1pPr marL="179388" indent="-179388">
              <a:buClr>
                <a:schemeClr val="tx2"/>
              </a:buClr>
              <a:buFont typeface="Wingdings" panose="05000000000000000000" pitchFamily="2" charset="2"/>
              <a:buChar char="ü"/>
              <a:tabLst/>
              <a:defRPr sz="1600" b="1" cap="none" baseline="0">
                <a:latin typeface="+mn-lt"/>
              </a:defRPr>
            </a:lvl1pPr>
            <a:lvl2pPr marL="360363" indent="-180975">
              <a:lnSpc>
                <a:spcPct val="100000"/>
              </a:lnSpc>
              <a:spcBef>
                <a:spcPts val="6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tabLst/>
              <a:defRPr sz="1400" b="0" cap="none" baseline="0"/>
            </a:lvl2pPr>
            <a:lvl3pPr marL="539750" indent="-179388">
              <a:buClr>
                <a:srgbClr val="C00000"/>
              </a:buClr>
              <a:buFont typeface="Courier New" panose="02070309020205020404" pitchFamily="49" charset="0"/>
              <a:buChar char="o"/>
              <a:defRPr sz="1400"/>
            </a:lvl3pPr>
          </a:lstStyle>
          <a:p>
            <a:r>
              <a:rPr lang="fr-FR" dirty="0"/>
              <a:t>TITRE DE NIVEAU 2</a:t>
            </a:r>
          </a:p>
          <a:p>
            <a:pPr lvl="1"/>
            <a:r>
              <a:rPr lang="fr-FR" dirty="0"/>
              <a:t>Titre de niveau 3</a:t>
            </a:r>
          </a:p>
          <a:p>
            <a:pPr lvl="2"/>
            <a:r>
              <a:rPr lang="fr-FR" dirty="0"/>
              <a:t>Titre de niveau 4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F39111D6-8CA8-C448-99C6-E5BEDACFF10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7074" y="6124061"/>
            <a:ext cx="1222460" cy="453617"/>
          </a:xfrm>
          <a:prstGeom prst="rect">
            <a:avLst/>
          </a:prstGeom>
        </p:spPr>
      </p:pic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99E8287-381C-4A79-B800-129406E26E44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C1A0EFD2-CA23-4EF7-8A87-70B73D3C5ADA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3" name="Espace réservé de la date 2">
            <a:extLst>
              <a:ext uri="{FF2B5EF4-FFF2-40B4-BE49-F238E27FC236}">
                <a16:creationId xmlns:a16="http://schemas.microsoft.com/office/drawing/2014/main" id="{23EED898-B893-4052-9B96-4AFC611B71D3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1496198" y="6237312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17 DECEMBRE 2019</a:t>
            </a:r>
          </a:p>
        </p:txBody>
      </p:sp>
      <p:sp>
        <p:nvSpPr>
          <p:cNvPr id="21" name="Espace réservé du pied de page 4">
            <a:extLst>
              <a:ext uri="{FF2B5EF4-FFF2-40B4-BE49-F238E27FC236}">
                <a16:creationId xmlns:a16="http://schemas.microsoft.com/office/drawing/2014/main" id="{67B19D0F-74F8-4532-9A59-3944258776B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1496198" y="6309320"/>
            <a:ext cx="4114800" cy="456478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Présentation sans valeur en l’absence des commentaires qui l’accompagnent</a:t>
            </a:r>
          </a:p>
        </p:txBody>
      </p:sp>
    </p:spTree>
    <p:extLst>
      <p:ext uri="{BB962C8B-B14F-4D97-AF65-F5344CB8AC3E}">
        <p14:creationId xmlns:p14="http://schemas.microsoft.com/office/powerpoint/2010/main" val="3550602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EXERG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53913B97-4B77-0945-8F6F-FB8F5E02A3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re 1">
            <a:extLst>
              <a:ext uri="{FF2B5EF4-FFF2-40B4-BE49-F238E27FC236}">
                <a16:creationId xmlns:a16="http://schemas.microsoft.com/office/drawing/2014/main" id="{D5390879-0BE1-2D48-BA9A-DE6EA6DA114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89196" y="644583"/>
            <a:ext cx="734581" cy="72893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742950" rtl="0" eaLnBrk="1" latinLnBrk="0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fr-FR" sz="3413" b="1" kern="1200" dirty="0">
                <a:solidFill>
                  <a:srgbClr val="E3051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dirty="0"/>
              <a:t>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E470D1-81CF-EC4A-8395-8829BA21DDC4}"/>
              </a:ext>
            </a:extLst>
          </p:cNvPr>
          <p:cNvSpPr/>
          <p:nvPr userDrawn="1"/>
        </p:nvSpPr>
        <p:spPr>
          <a:xfrm>
            <a:off x="5810250" y="1916114"/>
            <a:ext cx="6115050" cy="3852861"/>
          </a:xfrm>
          <a:prstGeom prst="rect">
            <a:avLst/>
          </a:prstGeom>
          <a:solidFill>
            <a:srgbClr val="F1F2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894" dirty="0"/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06C73560-E86C-E24A-9342-3E4A04C5CD4B}"/>
              </a:ext>
            </a:extLst>
          </p:cNvPr>
          <p:cNvCxnSpPr>
            <a:cxnSpLocks/>
          </p:cNvCxnSpPr>
          <p:nvPr userDrawn="1"/>
        </p:nvCxnSpPr>
        <p:spPr>
          <a:xfrm>
            <a:off x="6604001" y="5223497"/>
            <a:ext cx="3766167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Espace réservé du texte 6">
            <a:extLst>
              <a:ext uri="{FF2B5EF4-FFF2-40B4-BE49-F238E27FC236}">
                <a16:creationId xmlns:a16="http://schemas.microsoft.com/office/drawing/2014/main" id="{3734841F-24E8-994F-8650-403453434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58674" y="265763"/>
            <a:ext cx="5037898" cy="36353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fr-FR" sz="975" b="1" kern="1200" cap="all" baseline="0" dirty="0">
                <a:solidFill>
                  <a:srgbClr val="E30513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RAPPEL DU CHAPITRE</a:t>
            </a:r>
          </a:p>
        </p:txBody>
      </p:sp>
      <p:sp>
        <p:nvSpPr>
          <p:cNvPr id="38" name="Espace réservé du texte 5">
            <a:extLst>
              <a:ext uri="{FF2B5EF4-FFF2-40B4-BE49-F238E27FC236}">
                <a16:creationId xmlns:a16="http://schemas.microsoft.com/office/drawing/2014/main" id="{AE7084F9-E82D-7142-A743-93F5789E81D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02455" y="5302520"/>
            <a:ext cx="3767712" cy="273050"/>
          </a:xfrm>
        </p:spPr>
        <p:txBody>
          <a:bodyPr anchor="ctr">
            <a:normAutofit/>
          </a:bodyPr>
          <a:lstStyle>
            <a:lvl1pPr marL="0" indent="0" algn="l">
              <a:buNone/>
              <a:defRPr sz="813" b="1" cap="all" baseline="0"/>
            </a:lvl1pPr>
          </a:lstStyle>
          <a:p>
            <a:r>
              <a:rPr lang="fr-FR" dirty="0"/>
              <a:t>TITRE DU SCHÉMA</a:t>
            </a:r>
          </a:p>
        </p:txBody>
      </p:sp>
      <p:sp>
        <p:nvSpPr>
          <p:cNvPr id="15" name="Espace réservé du texte 19">
            <a:extLst>
              <a:ext uri="{FF2B5EF4-FFF2-40B4-BE49-F238E27FC236}">
                <a16:creationId xmlns:a16="http://schemas.microsoft.com/office/drawing/2014/main" id="{C5D05B95-009D-AB42-8686-70978AA2482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95313" y="1306901"/>
            <a:ext cx="8993300" cy="32210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lang="fr-FR" sz="1463" kern="1200" cap="all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SOUS-TITRE DE LA PAGE</a:t>
            </a:r>
          </a:p>
        </p:txBody>
      </p:sp>
      <p:sp>
        <p:nvSpPr>
          <p:cNvPr id="16" name="Espace réservé du texte 26">
            <a:extLst>
              <a:ext uri="{FF2B5EF4-FFF2-40B4-BE49-F238E27FC236}">
                <a16:creationId xmlns:a16="http://schemas.microsoft.com/office/drawing/2014/main" id="{7F4D760D-DC8C-E642-B19E-5C04506B03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95428" y="1934598"/>
            <a:ext cx="4247999" cy="383437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75"/>
            </a:lvl1pPr>
          </a:lstStyle>
          <a:p>
            <a:r>
              <a:rPr lang="fr-FR" dirty="0"/>
              <a:t>Introduction – texte courant</a:t>
            </a:r>
          </a:p>
        </p:txBody>
      </p: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C148A8A0-9D72-8A43-AFDA-216258C7073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95314" y="854312"/>
            <a:ext cx="8993300" cy="3333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74295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1788" b="1" kern="1200" cap="all" baseline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dirty="0"/>
              <a:t>TITRE DE LA PAGE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1080A563-D2A8-5C40-B194-3D94A44259B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7074" y="6124061"/>
            <a:ext cx="1222460" cy="453617"/>
          </a:xfrm>
          <a:prstGeom prst="rect">
            <a:avLst/>
          </a:prstGeom>
        </p:spPr>
      </p:pic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4D80380-3E30-4700-815C-F9D5C6A32DFB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1496198" y="6165304"/>
            <a:ext cx="4114800" cy="456478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Présentation sans valeur en l’absence des commentaires qui l’accompagnent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361EC54-DE83-437D-B583-51F56DFFABC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C1A0EFD2-CA23-4EF7-8A87-70B73D3C5ADA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8" name="Espace réservé de la date 11">
            <a:extLst>
              <a:ext uri="{FF2B5EF4-FFF2-40B4-BE49-F238E27FC236}">
                <a16:creationId xmlns:a16="http://schemas.microsoft.com/office/drawing/2014/main" id="{721132DF-857E-40BF-A0A3-7ADD03E9A8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96197" y="612764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650" b="1" kern="1200" cap="all" baseline="0" smtClean="0">
                <a:solidFill>
                  <a:srgbClr val="E30513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17 DECEMBRE 2019</a:t>
            </a:r>
          </a:p>
        </p:txBody>
      </p:sp>
    </p:spTree>
    <p:extLst>
      <p:ext uri="{BB962C8B-B14F-4D97-AF65-F5344CB8AC3E}">
        <p14:creationId xmlns:p14="http://schemas.microsoft.com/office/powerpoint/2010/main" val="40304816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F35CB690-E9C2-3946-9BD1-39EE38700C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re 1">
            <a:extLst>
              <a:ext uri="{FF2B5EF4-FFF2-40B4-BE49-F238E27FC236}">
                <a16:creationId xmlns:a16="http://schemas.microsoft.com/office/drawing/2014/main" id="{D5390879-0BE1-2D48-BA9A-DE6EA6DA11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196" y="644583"/>
            <a:ext cx="734581" cy="72893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742950" rtl="0" eaLnBrk="1" latinLnBrk="0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fr-FR" sz="3413" b="1" kern="1200" dirty="0">
                <a:solidFill>
                  <a:srgbClr val="E3051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dirty="0"/>
              <a:t>0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5D7E42A-8189-7941-AFE0-4C6B4ECA795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458674" y="1934598"/>
            <a:ext cx="4029940" cy="383437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13" i="1"/>
            </a:lvl1pPr>
          </a:lstStyle>
          <a:p>
            <a:r>
              <a:rPr lang="fr-FR" dirty="0"/>
              <a:t>IMAGE</a:t>
            </a:r>
          </a:p>
        </p:txBody>
      </p:sp>
      <p:sp>
        <p:nvSpPr>
          <p:cNvPr id="19" name="Espace réservé du texte 6">
            <a:extLst>
              <a:ext uri="{FF2B5EF4-FFF2-40B4-BE49-F238E27FC236}">
                <a16:creationId xmlns:a16="http://schemas.microsoft.com/office/drawing/2014/main" id="{05FB9BB3-1758-364C-A446-FA93A72B21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234921" y="644584"/>
            <a:ext cx="2261650" cy="36353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fr-FR" sz="975" b="1" kern="1200" cap="all" baseline="0" dirty="0">
                <a:solidFill>
                  <a:srgbClr val="E30513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RAPPEL DU CHAPITRE</a:t>
            </a:r>
          </a:p>
        </p:txBody>
      </p:sp>
      <p:sp>
        <p:nvSpPr>
          <p:cNvPr id="21" name="Espace réservé du texte 29">
            <a:extLst>
              <a:ext uri="{FF2B5EF4-FFF2-40B4-BE49-F238E27FC236}">
                <a16:creationId xmlns:a16="http://schemas.microsoft.com/office/drawing/2014/main" id="{A35B8647-B754-C24A-8E45-7FB87D19CCB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95427" y="2899613"/>
            <a:ext cx="4247888" cy="2869363"/>
          </a:xfrm>
          <a:prstGeom prst="rect">
            <a:avLst/>
          </a:prstGeom>
        </p:spPr>
        <p:txBody>
          <a:bodyPr/>
          <a:lstStyle>
            <a:lvl1pPr marL="108347" indent="-108347">
              <a:buClr>
                <a:schemeClr val="tx2"/>
              </a:buClr>
              <a:buFont typeface="Wingdings" pitchFamily="2" charset="2"/>
              <a:buChar char="§"/>
              <a:tabLst/>
              <a:defRPr sz="975" b="1" cap="none" baseline="0">
                <a:latin typeface="+mn-lt"/>
              </a:defRPr>
            </a:lvl1pPr>
            <a:lvl2pPr marL="255389" indent="-109637">
              <a:lnSpc>
                <a:spcPct val="100000"/>
              </a:lnSpc>
              <a:spcBef>
                <a:spcPts val="975"/>
              </a:spcBef>
              <a:buClr>
                <a:schemeClr val="tx2"/>
              </a:buClr>
              <a:buFont typeface="Police système"/>
              <a:buChar char="‣"/>
              <a:tabLst/>
              <a:defRPr sz="975" b="1" cap="none" baseline="0"/>
            </a:lvl2pPr>
          </a:lstStyle>
          <a:p>
            <a:r>
              <a:rPr lang="fr-FR" dirty="0"/>
              <a:t>TITRE DE NIVEAU 2</a:t>
            </a:r>
          </a:p>
          <a:p>
            <a:pPr lvl="1"/>
            <a:r>
              <a:rPr lang="fr-FR" dirty="0"/>
              <a:t>Titre de niveau 3 </a:t>
            </a:r>
          </a:p>
        </p:txBody>
      </p:sp>
      <p:sp>
        <p:nvSpPr>
          <p:cNvPr id="18" name="Espace réservé du texte 19">
            <a:extLst>
              <a:ext uri="{FF2B5EF4-FFF2-40B4-BE49-F238E27FC236}">
                <a16:creationId xmlns:a16="http://schemas.microsoft.com/office/drawing/2014/main" id="{5DF4675D-1854-0145-BEC8-CFB34E639BD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495313" y="1306901"/>
            <a:ext cx="4248111" cy="32210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lang="fr-FR" sz="1463" kern="1200" cap="all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SOUS-TITRE DE LA PAGE</a:t>
            </a:r>
          </a:p>
        </p:txBody>
      </p:sp>
      <p:sp>
        <p:nvSpPr>
          <p:cNvPr id="25" name="Espace réservé du texte 26">
            <a:extLst>
              <a:ext uri="{FF2B5EF4-FFF2-40B4-BE49-F238E27FC236}">
                <a16:creationId xmlns:a16="http://schemas.microsoft.com/office/drawing/2014/main" id="{A57A625A-7A04-1E42-A10E-75212ED6E0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95428" y="1934600"/>
            <a:ext cx="4247999" cy="85170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75"/>
            </a:lvl1pPr>
          </a:lstStyle>
          <a:p>
            <a:r>
              <a:rPr lang="fr-FR" dirty="0"/>
              <a:t>Introduction – texte courant</a:t>
            </a:r>
          </a:p>
        </p:txBody>
      </p:sp>
      <p:sp>
        <p:nvSpPr>
          <p:cNvPr id="26" name="Espace réservé du texte 2">
            <a:extLst>
              <a:ext uri="{FF2B5EF4-FFF2-40B4-BE49-F238E27FC236}">
                <a16:creationId xmlns:a16="http://schemas.microsoft.com/office/drawing/2014/main" id="{988DE8F8-558A-0944-A298-DF9686482EC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95313" y="854312"/>
            <a:ext cx="4248111" cy="3333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74295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1788" b="1" kern="1200" cap="all" baseline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dirty="0"/>
              <a:t>TITRE DE LA PAGE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7022FE0E-94BF-CE46-B03E-0185F83441A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7074" y="6124061"/>
            <a:ext cx="1222460" cy="453617"/>
          </a:xfrm>
          <a:prstGeom prst="rect">
            <a:avLst/>
          </a:prstGeom>
        </p:spPr>
      </p:pic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E2CFA19-0829-4B28-8313-C7EE204B0CC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1496198" y="6165304"/>
            <a:ext cx="4114800" cy="456478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Présentation sans valeur en l’absence des commentaires qui l’accompagnent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06BF96D-C8B7-4D08-8EEB-7F6D1994A7FB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C1A0EFD2-CA23-4EF7-8A87-70B73D3C5ADA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6" name="Espace réservé de la date 11">
            <a:extLst>
              <a:ext uri="{FF2B5EF4-FFF2-40B4-BE49-F238E27FC236}">
                <a16:creationId xmlns:a16="http://schemas.microsoft.com/office/drawing/2014/main" id="{FED43170-8200-4A94-A503-740710F51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96197" y="612764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650" b="1" kern="1200" cap="all" baseline="0" smtClean="0">
                <a:solidFill>
                  <a:srgbClr val="E30513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17 DECEMBRE 2019</a:t>
            </a:r>
          </a:p>
        </p:txBody>
      </p:sp>
    </p:spTree>
    <p:extLst>
      <p:ext uri="{BB962C8B-B14F-4D97-AF65-F5344CB8AC3E}">
        <p14:creationId xmlns:p14="http://schemas.microsoft.com/office/powerpoint/2010/main" val="39325511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4DD70FD9-7F38-FE4A-AB35-3EB381B5D5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re 1">
            <a:extLst>
              <a:ext uri="{FF2B5EF4-FFF2-40B4-BE49-F238E27FC236}">
                <a16:creationId xmlns:a16="http://schemas.microsoft.com/office/drawing/2014/main" id="{D5390879-0BE1-2D48-BA9A-DE6EA6DA11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196" y="644583"/>
            <a:ext cx="734581" cy="72893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742950" rtl="0" eaLnBrk="1" latinLnBrk="0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fr-FR" sz="3413" b="1" kern="1200" dirty="0">
                <a:solidFill>
                  <a:srgbClr val="E3051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dirty="0"/>
              <a:t>0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5D7E42A-8189-7941-AFE0-4C6B4ECA795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495315" y="1741340"/>
            <a:ext cx="8993298" cy="402763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813" i="1"/>
            </a:lvl1pPr>
          </a:lstStyle>
          <a:p>
            <a:r>
              <a:rPr lang="fr-FR" dirty="0"/>
              <a:t>IMAGE</a:t>
            </a:r>
          </a:p>
        </p:txBody>
      </p:sp>
      <p:sp>
        <p:nvSpPr>
          <p:cNvPr id="12" name="Espace réservé du texte 6">
            <a:extLst>
              <a:ext uri="{FF2B5EF4-FFF2-40B4-BE49-F238E27FC236}">
                <a16:creationId xmlns:a16="http://schemas.microsoft.com/office/drawing/2014/main" id="{C5D715B0-698F-A049-BB1F-72F8CCCA04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740435" y="280324"/>
            <a:ext cx="4756137" cy="36353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fr-FR" sz="975" b="1" kern="1200" cap="all" baseline="0" dirty="0">
                <a:solidFill>
                  <a:srgbClr val="E30513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RAPPEL DU CHAPITRE</a:t>
            </a:r>
          </a:p>
        </p:txBody>
      </p:sp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F5DE8D5A-619A-504F-B719-3356A2722C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95313" y="854312"/>
            <a:ext cx="8993297" cy="3333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74295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1788" b="1" kern="1200" cap="all" baseline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dirty="0"/>
              <a:t>TITRE DE LA PHOTO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02DA19F3-0318-6643-B8A3-0681DB8054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7074" y="6124061"/>
            <a:ext cx="1222460" cy="453617"/>
          </a:xfrm>
          <a:prstGeom prst="rect">
            <a:avLst/>
          </a:prstGeom>
        </p:spPr>
      </p:pic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927DFB86-4DA7-439B-BDA2-B73AFF572916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C1A0EFD2-CA23-4EF7-8A87-70B73D3C5ADA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6" name="Espace réservé de la date 2">
            <a:extLst>
              <a:ext uri="{FF2B5EF4-FFF2-40B4-BE49-F238E27FC236}">
                <a16:creationId xmlns:a16="http://schemas.microsoft.com/office/drawing/2014/main" id="{16A80819-A30A-4BE8-BDAE-8651C856EF9A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1496198" y="6093296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17 DECEMBRE 2019</a:t>
            </a:r>
          </a:p>
        </p:txBody>
      </p:sp>
      <p:sp>
        <p:nvSpPr>
          <p:cNvPr id="17" name="Espace réservé du pied de page 4">
            <a:extLst>
              <a:ext uri="{FF2B5EF4-FFF2-40B4-BE49-F238E27FC236}">
                <a16:creationId xmlns:a16="http://schemas.microsoft.com/office/drawing/2014/main" id="{69959F9C-EA15-4C52-B984-3D49B0560C3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1496198" y="6165304"/>
            <a:ext cx="4114800" cy="456478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Présentation sans valeur en l’absence des commentaires qui l’accompagnent</a:t>
            </a:r>
          </a:p>
        </p:txBody>
      </p:sp>
    </p:spTree>
    <p:extLst>
      <p:ext uri="{BB962C8B-B14F-4D97-AF65-F5344CB8AC3E}">
        <p14:creationId xmlns:p14="http://schemas.microsoft.com/office/powerpoint/2010/main" val="1465084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AD1B032-AD8E-9B49-89A6-E98D091E0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0529"/>
            <a:ext cx="12192000" cy="6858000"/>
          </a:xfrm>
          <a:prstGeom prst="rect">
            <a:avLst/>
          </a:prstGeom>
        </p:spPr>
      </p:pic>
      <p:sp>
        <p:nvSpPr>
          <p:cNvPr id="14" name="Titre 1">
            <a:extLst>
              <a:ext uri="{FF2B5EF4-FFF2-40B4-BE49-F238E27FC236}">
                <a16:creationId xmlns:a16="http://schemas.microsoft.com/office/drawing/2014/main" id="{D5390879-0BE1-2D48-BA9A-DE6EA6DA11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196" y="644583"/>
            <a:ext cx="734581" cy="72893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742950" rtl="0" eaLnBrk="1" latinLnBrk="0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fr-FR" sz="3413" b="1" kern="1200" dirty="0">
                <a:solidFill>
                  <a:srgbClr val="E3051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dirty="0"/>
              <a:t>0</a:t>
            </a:r>
          </a:p>
        </p:txBody>
      </p:sp>
      <p:sp>
        <p:nvSpPr>
          <p:cNvPr id="12" name="Espace réservé du texte 6">
            <a:extLst>
              <a:ext uri="{FF2B5EF4-FFF2-40B4-BE49-F238E27FC236}">
                <a16:creationId xmlns:a16="http://schemas.microsoft.com/office/drawing/2014/main" id="{8FF03ED6-96BE-2E40-B788-1304AAB9FF2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818812" y="285548"/>
            <a:ext cx="4677760" cy="36353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fr-FR" sz="975" b="1" kern="1200" cap="all" baseline="0" dirty="0">
                <a:solidFill>
                  <a:srgbClr val="E30513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RAPPEL DU CHAPITRE</a:t>
            </a:r>
          </a:p>
        </p:txBody>
      </p:sp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929C379C-8DB1-9747-9499-C62C2FDF8A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95314" y="854312"/>
            <a:ext cx="10001258" cy="3333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74295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1788" b="1" kern="1200" cap="all" baseline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dirty="0"/>
              <a:t>TITRE DU TABLEAU</a:t>
            </a: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18D9D3D7-8D33-2540-B590-EAE5CBA6ED6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7074" y="6124061"/>
            <a:ext cx="1222460" cy="453617"/>
          </a:xfrm>
          <a:prstGeom prst="rect">
            <a:avLst/>
          </a:prstGeom>
        </p:spPr>
      </p:pic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B7B83CD-1E8E-4897-85FE-1E10A64A55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496198" y="6165304"/>
            <a:ext cx="4114800" cy="456478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Présentation sans valeur en l’absence des commentaires qui l’accompagnent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A699419-E905-424C-B2A0-74EC407E1CA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A0EFD2-CA23-4EF7-8A87-70B73D3C5ADA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0" name="Espace réservé de la date 11">
            <a:extLst>
              <a:ext uri="{FF2B5EF4-FFF2-40B4-BE49-F238E27FC236}">
                <a16:creationId xmlns:a16="http://schemas.microsoft.com/office/drawing/2014/main" id="{32C8D307-CC0E-4317-92F8-261CFD32DD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96197" y="612764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650" b="1" kern="1200" cap="all" baseline="0" smtClean="0">
                <a:solidFill>
                  <a:srgbClr val="E30513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12 DECEMBRE 2019</a:t>
            </a:r>
          </a:p>
        </p:txBody>
      </p:sp>
    </p:spTree>
    <p:extLst>
      <p:ext uri="{BB962C8B-B14F-4D97-AF65-F5344CB8AC3E}">
        <p14:creationId xmlns:p14="http://schemas.microsoft.com/office/powerpoint/2010/main" val="8582071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E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64BBD38-E3E3-EC4C-B1FD-842D3F9696D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72DC466E-FBAF-5640-8D53-D01BD0A5603A}"/>
              </a:ext>
            </a:extLst>
          </p:cNvPr>
          <p:cNvSpPr/>
          <p:nvPr userDrawn="1"/>
        </p:nvSpPr>
        <p:spPr>
          <a:xfrm>
            <a:off x="1495315" y="1741341"/>
            <a:ext cx="8993298" cy="4027635"/>
          </a:xfrm>
          <a:prstGeom prst="rect">
            <a:avLst/>
          </a:prstGeom>
          <a:solidFill>
            <a:srgbClr val="F1F2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894" dirty="0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D5390879-0BE1-2D48-BA9A-DE6EA6DA114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89196" y="644583"/>
            <a:ext cx="734581" cy="72893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742950" rtl="0" eaLnBrk="1" latinLnBrk="0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 lang="fr-FR" sz="3413" b="1" kern="1200" dirty="0">
                <a:solidFill>
                  <a:srgbClr val="E30513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dirty="0"/>
              <a:t>0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06C73560-E86C-E24A-9342-3E4A04C5CD4B}"/>
              </a:ext>
            </a:extLst>
          </p:cNvPr>
          <p:cNvCxnSpPr>
            <a:cxnSpLocks/>
          </p:cNvCxnSpPr>
          <p:nvPr userDrawn="1"/>
        </p:nvCxnSpPr>
        <p:spPr>
          <a:xfrm>
            <a:off x="6454531" y="5223497"/>
            <a:ext cx="357521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E69F6C4D-31DA-904E-959F-F14821236126}"/>
              </a:ext>
            </a:extLst>
          </p:cNvPr>
          <p:cNvCxnSpPr>
            <a:cxnSpLocks/>
          </p:cNvCxnSpPr>
          <p:nvPr userDrawn="1"/>
        </p:nvCxnSpPr>
        <p:spPr>
          <a:xfrm>
            <a:off x="1948278" y="5223497"/>
            <a:ext cx="3565822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Espace réservé du texte 5">
            <a:extLst>
              <a:ext uri="{FF2B5EF4-FFF2-40B4-BE49-F238E27FC236}">
                <a16:creationId xmlns:a16="http://schemas.microsoft.com/office/drawing/2014/main" id="{DF1F43C1-6C2C-4948-9675-A78BA9B96B7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52984" y="5302520"/>
            <a:ext cx="3569310" cy="273050"/>
          </a:xfrm>
        </p:spPr>
        <p:txBody>
          <a:bodyPr anchor="ctr">
            <a:normAutofit/>
          </a:bodyPr>
          <a:lstStyle>
            <a:lvl1pPr marL="0" indent="0" algn="l">
              <a:buNone/>
              <a:defRPr sz="813" b="1" cap="all" baseline="0"/>
            </a:lvl1pPr>
          </a:lstStyle>
          <a:p>
            <a:r>
              <a:rPr lang="fr-FR" dirty="0"/>
              <a:t>TITRE DU SCHÉMA</a:t>
            </a:r>
          </a:p>
        </p:txBody>
      </p:sp>
      <p:sp>
        <p:nvSpPr>
          <p:cNvPr id="36" name="Espace réservé du texte 5">
            <a:extLst>
              <a:ext uri="{FF2B5EF4-FFF2-40B4-BE49-F238E27FC236}">
                <a16:creationId xmlns:a16="http://schemas.microsoft.com/office/drawing/2014/main" id="{BE4DCB35-662A-6341-95E0-48C7F87C1B3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44791" y="5297012"/>
            <a:ext cx="3569310" cy="273050"/>
          </a:xfrm>
        </p:spPr>
        <p:txBody>
          <a:bodyPr anchor="ctr">
            <a:normAutofit/>
          </a:bodyPr>
          <a:lstStyle>
            <a:lvl1pPr marL="0" indent="0" algn="l">
              <a:buNone/>
              <a:defRPr sz="813" b="1" cap="all" baseline="0"/>
            </a:lvl1pPr>
          </a:lstStyle>
          <a:p>
            <a:r>
              <a:rPr lang="fr-FR" dirty="0"/>
              <a:t>TITRE DU SCHÉMA</a:t>
            </a:r>
          </a:p>
        </p:txBody>
      </p:sp>
      <p:sp>
        <p:nvSpPr>
          <p:cNvPr id="38" name="Espace réservé du texte 6">
            <a:extLst>
              <a:ext uri="{FF2B5EF4-FFF2-40B4-BE49-F238E27FC236}">
                <a16:creationId xmlns:a16="http://schemas.microsoft.com/office/drawing/2014/main" id="{05882904-7093-A64A-A66E-398D0ADA67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30539" y="258702"/>
            <a:ext cx="5566034" cy="36353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r" defTabSz="74295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lang="fr-FR" sz="975" b="1" kern="1200" cap="all" baseline="0" dirty="0">
                <a:solidFill>
                  <a:srgbClr val="E30513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RAPPEL DU CHAPITRE</a:t>
            </a:r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2CEE79A3-F886-CE4C-B674-A86C113231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95314" y="854312"/>
            <a:ext cx="8993298" cy="33337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 defTabSz="74295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1788" b="1" kern="1200" cap="all" baseline="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dirty="0"/>
              <a:t>TITRE DE LA PAGE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0202968F-9C05-514A-8551-8ADA09B8A03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77074" y="6124061"/>
            <a:ext cx="1222460" cy="453617"/>
          </a:xfrm>
          <a:prstGeom prst="rect">
            <a:avLst/>
          </a:prstGeom>
        </p:spPr>
      </p:pic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A13941B2-BCC9-4819-AB11-38D387CA7D82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496198" y="6165304"/>
            <a:ext cx="4114800" cy="456478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Présentation sans valeur en l’absence des commentaires qui l’accompagnent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2AAFB36-8A49-4FA6-BD3B-C0BFD5100BD8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C1A0EFD2-CA23-4EF7-8A87-70B73D3C5ADA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5" name="Espace réservé de la date 11">
            <a:extLst>
              <a:ext uri="{FF2B5EF4-FFF2-40B4-BE49-F238E27FC236}">
                <a16:creationId xmlns:a16="http://schemas.microsoft.com/office/drawing/2014/main" id="{0E2BB429-7E52-4DD9-BB50-A74AE78BA6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96197" y="612764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650" b="1" kern="1200" cap="all" baseline="0" smtClean="0">
                <a:solidFill>
                  <a:srgbClr val="E30513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17 DECEMBRE 2019</a:t>
            </a:r>
          </a:p>
        </p:txBody>
      </p:sp>
    </p:spTree>
    <p:extLst>
      <p:ext uri="{BB962C8B-B14F-4D97-AF65-F5344CB8AC3E}">
        <p14:creationId xmlns:p14="http://schemas.microsoft.com/office/powerpoint/2010/main" val="16606650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R DE COUV GROUPE APICI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98FBF7C-D55F-614C-8C1C-32612E660F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65140442-46F7-CD41-82BA-B1417126A07E}"/>
              </a:ext>
            </a:extLst>
          </p:cNvPr>
          <p:cNvSpPr txBox="1"/>
          <p:nvPr userDrawn="1"/>
        </p:nvSpPr>
        <p:spPr>
          <a:xfrm>
            <a:off x="1944003" y="1701185"/>
            <a:ext cx="2247441" cy="75514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fr-FR" sz="813" dirty="0">
                <a:solidFill>
                  <a:schemeClr val="bg1"/>
                </a:solidFill>
              </a:rPr>
              <a:t>APICIL</a:t>
            </a:r>
          </a:p>
          <a:p>
            <a:pPr algn="l"/>
            <a:r>
              <a:rPr lang="fr-FR" sz="813" dirty="0">
                <a:solidFill>
                  <a:schemeClr val="bg1"/>
                </a:solidFill>
              </a:rPr>
              <a:t>38, rue François Peissel</a:t>
            </a:r>
          </a:p>
          <a:p>
            <a:pPr algn="l"/>
            <a:r>
              <a:rPr lang="fr-FR" sz="813" dirty="0">
                <a:solidFill>
                  <a:schemeClr val="bg1"/>
                </a:solidFill>
              </a:rPr>
              <a:t>69003</a:t>
            </a:r>
          </a:p>
          <a:p>
            <a:pPr algn="l"/>
            <a:r>
              <a:rPr lang="fr-FR" sz="813" dirty="0">
                <a:solidFill>
                  <a:schemeClr val="bg1"/>
                </a:solidFill>
              </a:rPr>
              <a:t>Caluire et Cuire</a:t>
            </a:r>
          </a:p>
          <a:p>
            <a:pPr algn="l">
              <a:lnSpc>
                <a:spcPct val="150000"/>
              </a:lnSpc>
            </a:pPr>
            <a:r>
              <a:rPr lang="fr-FR" sz="813" b="1" dirty="0">
                <a:solidFill>
                  <a:schemeClr val="bg1"/>
                </a:solidFill>
              </a:rPr>
              <a:t>www.groupe-apicil.com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72A00F39-7E1E-2C45-88AC-3A6DD9F0E595}"/>
              </a:ext>
            </a:extLst>
          </p:cNvPr>
          <p:cNvCxnSpPr>
            <a:cxnSpLocks/>
          </p:cNvCxnSpPr>
          <p:nvPr userDrawn="1"/>
        </p:nvCxnSpPr>
        <p:spPr>
          <a:xfrm>
            <a:off x="2030531" y="1555543"/>
            <a:ext cx="213068" cy="0"/>
          </a:xfrm>
          <a:prstGeom prst="line">
            <a:avLst/>
          </a:prstGeom>
          <a:ln w="9525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931F8B38-578E-AA41-80A5-81348BDED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96196" y="6177516"/>
            <a:ext cx="5162550" cy="360000"/>
          </a:xfrm>
        </p:spPr>
        <p:txBody>
          <a:bodyPr anchor="t"/>
          <a:lstStyle>
            <a:lvl1pPr marL="0" marR="0" indent="0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 sz="488" kern="1200" dirty="0">
                <a:solidFill>
                  <a:schemeClr val="bg1"/>
                </a:solidFill>
                <a:effectLst/>
              </a:defRPr>
            </a:lvl1pPr>
          </a:lstStyle>
          <a:p>
            <a:pPr marL="0" marR="0" lvl="0" indent="0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88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APICIL Gestion — Association de moyens du Groupe APICIL régie par la loi du 1er juillet 1901</a:t>
            </a:r>
          </a:p>
          <a:p>
            <a:pPr marL="0" marR="0" lvl="0" indent="0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88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Enregistrée sous le numéro SIREN 417 591 971 – Ayant son siège social sis au 38, rue François PEISSEL 69300 Caluire et Cuire</a:t>
            </a:r>
          </a:p>
        </p:txBody>
      </p:sp>
      <p:sp>
        <p:nvSpPr>
          <p:cNvPr id="11" name="Espace réservé du texte 2">
            <a:extLst>
              <a:ext uri="{FF2B5EF4-FFF2-40B4-BE49-F238E27FC236}">
                <a16:creationId xmlns:a16="http://schemas.microsoft.com/office/drawing/2014/main" id="{A6032A00-990E-2044-AC25-C63C0D17FB7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50760" y="4147042"/>
            <a:ext cx="4482000" cy="1137600"/>
          </a:xfrm>
        </p:spPr>
        <p:txBody>
          <a:bodyPr anchor="ctr">
            <a:noAutofit/>
          </a:bodyPr>
          <a:lstStyle>
            <a:lvl1pPr marL="0" indent="0">
              <a:buNone/>
              <a:defRPr sz="6663" b="1" i="0" cap="all" baseline="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Merci</a:t>
            </a:r>
          </a:p>
        </p:txBody>
      </p:sp>
      <p:sp>
        <p:nvSpPr>
          <p:cNvPr id="15" name="Espace réservé du texte 4">
            <a:extLst>
              <a:ext uri="{FF2B5EF4-FFF2-40B4-BE49-F238E27FC236}">
                <a16:creationId xmlns:a16="http://schemas.microsoft.com/office/drawing/2014/main" id="{23B68C89-68A1-224C-9D9B-E0A29EDC98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28686" y="5215944"/>
            <a:ext cx="4402800" cy="284400"/>
          </a:xfrm>
        </p:spPr>
        <p:txBody>
          <a:bodyPr anchor="ctr">
            <a:normAutofit/>
          </a:bodyPr>
          <a:lstStyle>
            <a:lvl1pPr marL="0" indent="0">
              <a:buNone/>
              <a:defRPr sz="1138" cap="all" baseline="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Pour votre attention</a:t>
            </a:r>
          </a:p>
        </p:txBody>
      </p:sp>
      <p:sp>
        <p:nvSpPr>
          <p:cNvPr id="19" name="Espace réservé du texte 7">
            <a:extLst>
              <a:ext uri="{FF2B5EF4-FFF2-40B4-BE49-F238E27FC236}">
                <a16:creationId xmlns:a16="http://schemas.microsoft.com/office/drawing/2014/main" id="{3CFCEA23-2DF4-9043-97B3-7CA54A16A6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35410" y="2954582"/>
            <a:ext cx="4482000" cy="496799"/>
          </a:xfrm>
        </p:spPr>
        <p:txBody>
          <a:bodyPr>
            <a:normAutofit/>
          </a:bodyPr>
          <a:lstStyle>
            <a:lvl1pPr marL="0" indent="0">
              <a:buNone/>
              <a:defRPr sz="813" baseline="0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Nom, prénom, tél, mail</a:t>
            </a:r>
          </a:p>
        </p:txBody>
      </p:sp>
      <p:sp>
        <p:nvSpPr>
          <p:cNvPr id="20" name="Espace réservé pour une image  4">
            <a:extLst>
              <a:ext uri="{FF2B5EF4-FFF2-40B4-BE49-F238E27FC236}">
                <a16:creationId xmlns:a16="http://schemas.microsoft.com/office/drawing/2014/main" id="{CFB1FEDC-5C64-6E4B-A49B-18F08BBAC69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480550" y="4528823"/>
            <a:ext cx="2016126" cy="5297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813" i="1"/>
            </a:lvl1pPr>
          </a:lstStyle>
          <a:p>
            <a:r>
              <a:rPr lang="fr-FR" dirty="0"/>
              <a:t>AUTRE LOGO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B98F1A2D-488F-0443-8112-29B3EA1BFB5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84577" y="5231999"/>
            <a:ext cx="2023893" cy="75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182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572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R DE COUV GROUPE APICI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90FE4DA1-BE75-2449-AAF1-3C220E6C4C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5455"/>
            <a:ext cx="12192000" cy="6858000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F55F8B0A-D0C9-2248-9BCD-3EC2BE38FE83}"/>
              </a:ext>
            </a:extLst>
          </p:cNvPr>
          <p:cNvSpPr txBox="1"/>
          <p:nvPr userDrawn="1"/>
        </p:nvSpPr>
        <p:spPr>
          <a:xfrm>
            <a:off x="1944003" y="1701185"/>
            <a:ext cx="2247441" cy="75514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fr-FR" sz="813" dirty="0">
                <a:solidFill>
                  <a:schemeClr val="tx2"/>
                </a:solidFill>
              </a:rPr>
              <a:t>APICIL</a:t>
            </a:r>
          </a:p>
          <a:p>
            <a:pPr algn="l"/>
            <a:r>
              <a:rPr lang="fr-FR" sz="813" dirty="0">
                <a:solidFill>
                  <a:schemeClr val="tx2"/>
                </a:solidFill>
              </a:rPr>
              <a:t>38, rue François Peissel</a:t>
            </a:r>
          </a:p>
          <a:p>
            <a:pPr algn="l"/>
            <a:r>
              <a:rPr lang="fr-FR" sz="813" dirty="0">
                <a:solidFill>
                  <a:schemeClr val="tx2"/>
                </a:solidFill>
              </a:rPr>
              <a:t>69003</a:t>
            </a:r>
          </a:p>
          <a:p>
            <a:pPr algn="l"/>
            <a:r>
              <a:rPr lang="fr-FR" sz="813" dirty="0">
                <a:solidFill>
                  <a:schemeClr val="tx2"/>
                </a:solidFill>
              </a:rPr>
              <a:t>Caluire et Cuire</a:t>
            </a:r>
          </a:p>
          <a:p>
            <a:pPr algn="l">
              <a:lnSpc>
                <a:spcPct val="150000"/>
              </a:lnSpc>
            </a:pPr>
            <a:r>
              <a:rPr lang="fr-FR" sz="813" b="1" dirty="0">
                <a:solidFill>
                  <a:schemeClr val="tx2"/>
                </a:solidFill>
              </a:rPr>
              <a:t>www.groupe-apicil.com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9632B805-C1FF-AB47-A649-5C08E435B5C7}"/>
              </a:ext>
            </a:extLst>
          </p:cNvPr>
          <p:cNvCxnSpPr>
            <a:cxnSpLocks/>
          </p:cNvCxnSpPr>
          <p:nvPr userDrawn="1"/>
        </p:nvCxnSpPr>
        <p:spPr>
          <a:xfrm>
            <a:off x="2030531" y="1555543"/>
            <a:ext cx="213068" cy="0"/>
          </a:xfrm>
          <a:prstGeom prst="line">
            <a:avLst/>
          </a:prstGeom>
          <a:ln w="9525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Espace réservé du texte 4">
            <a:extLst>
              <a:ext uri="{FF2B5EF4-FFF2-40B4-BE49-F238E27FC236}">
                <a16:creationId xmlns:a16="http://schemas.microsoft.com/office/drawing/2014/main" id="{6323EE98-57AD-C54D-B364-B4726C9D6D3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40295" y="2949155"/>
            <a:ext cx="4433872" cy="49530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fr-FR" sz="1000" u="sng" smtClean="0">
                <a:effectLst/>
                <a:hlinkClick r:id="rId3"/>
              </a:defRPr>
            </a:lvl1pPr>
          </a:lstStyle>
          <a:p>
            <a:pPr algn="l"/>
            <a:r>
              <a:rPr lang="fr-FR" sz="813" dirty="0">
                <a:solidFill>
                  <a:schemeClr val="tx2"/>
                </a:solidFill>
              </a:rPr>
              <a:t>TALARMAIN Sébastien</a:t>
            </a:r>
          </a:p>
          <a:p>
            <a:pPr algn="l"/>
            <a:endParaRPr lang="fr-FR" sz="813" dirty="0">
              <a:solidFill>
                <a:schemeClr val="tx2"/>
              </a:solidFill>
            </a:endParaRPr>
          </a:p>
          <a:p>
            <a:r>
              <a:rPr lang="fr-FR" sz="1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Mail : </a:t>
            </a:r>
            <a:r>
              <a:rPr lang="fr-FR" sz="1000" u="sng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sebastien</a:t>
            </a:r>
            <a:r>
              <a:rPr lang="fr-FR" sz="1000" u="sng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hlinkClick r:id="rId3"/>
              </a:rPr>
              <a:t>.talarmain@apicil.com</a:t>
            </a:r>
            <a:endParaRPr lang="fr-FR" sz="1000" u="sng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br>
              <a:rPr lang="fr-FR" sz="1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br>
              <a:rPr lang="fr-FR" sz="1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r>
              <a:rPr lang="fr-FR" sz="1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Tél Portable: 06.14.16.47.81</a:t>
            </a:r>
            <a:endParaRPr lang="fr-FR" sz="11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22" name="Espace réservé du texte 21">
            <a:extLst>
              <a:ext uri="{FF2B5EF4-FFF2-40B4-BE49-F238E27FC236}">
                <a16:creationId xmlns:a16="http://schemas.microsoft.com/office/drawing/2014/main" id="{9C985EC6-8693-3F4E-9E6A-F84101BB23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923796" y="5196089"/>
            <a:ext cx="4450370" cy="340194"/>
          </a:xfrm>
        </p:spPr>
        <p:txBody>
          <a:bodyPr anchor="ctr">
            <a:normAutofit/>
          </a:bodyPr>
          <a:lstStyle>
            <a:lvl1pPr marL="0" indent="0">
              <a:buNone/>
              <a:defRPr sz="1138" cap="all" baseline="0">
                <a:solidFill>
                  <a:schemeClr val="tx2"/>
                </a:solidFill>
              </a:defRPr>
            </a:lvl1pPr>
          </a:lstStyle>
          <a:p>
            <a:r>
              <a:rPr lang="fr-FR" dirty="0"/>
              <a:t>POUR VOTRE ATTENTION</a:t>
            </a:r>
          </a:p>
        </p:txBody>
      </p:sp>
      <p:sp>
        <p:nvSpPr>
          <p:cNvPr id="31" name="Espace réservé du texte 29">
            <a:extLst>
              <a:ext uri="{FF2B5EF4-FFF2-40B4-BE49-F238E27FC236}">
                <a16:creationId xmlns:a16="http://schemas.microsoft.com/office/drawing/2014/main" id="{D4970B10-5D2E-7348-83FC-32E61F3723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96197" y="6178549"/>
            <a:ext cx="5162550" cy="360000"/>
          </a:xfrm>
        </p:spPr>
        <p:txBody>
          <a:bodyPr>
            <a:noAutofit/>
          </a:bodyPr>
          <a:lstStyle>
            <a:lvl1pPr marL="0" marR="0" indent="0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fr-FR" sz="488" kern="1200" dirty="0">
                <a:solidFill>
                  <a:schemeClr val="tx2"/>
                </a:solidFill>
                <a:effectLst/>
              </a:defRPr>
            </a:lvl1pPr>
          </a:lstStyle>
          <a:p>
            <a:pPr marL="0" marR="0" lvl="0" indent="0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88" b="0" i="0" u="none" strike="noStrike" kern="1200" cap="none" spc="0" normalizeH="0" baseline="0" noProof="0" dirty="0">
                <a:ln>
                  <a:noFill/>
                </a:ln>
                <a:solidFill>
                  <a:srgbClr val="E10511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APICIL Gestion — Association de moyens du Groupe APICIL régie par la loi du 1er juillet 1901</a:t>
            </a:r>
          </a:p>
          <a:p>
            <a:pPr marL="0" marR="0" lvl="0" indent="0" algn="l" defTabSz="7429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488" b="0" i="0" u="none" strike="noStrike" kern="1200" cap="none" spc="0" normalizeH="0" baseline="0" noProof="0" dirty="0">
                <a:ln>
                  <a:noFill/>
                </a:ln>
                <a:solidFill>
                  <a:srgbClr val="E10511"/>
                </a:solidFill>
                <a:effectLst/>
                <a:uLnTx/>
                <a:uFillTx/>
                <a:latin typeface="Verdana" panose="020B0604030504040204"/>
                <a:ea typeface="+mn-ea"/>
                <a:cs typeface="+mn-cs"/>
              </a:rPr>
              <a:t>Enregistrée sous le numéro SIREN 417 591 971 – Ayant son siège social sis au 38, rue François PEISSEL 69300 Caluire et Cuire</a:t>
            </a:r>
          </a:p>
        </p:txBody>
      </p:sp>
      <p:sp>
        <p:nvSpPr>
          <p:cNvPr id="12" name="Espace réservé du texte 2">
            <a:extLst>
              <a:ext uri="{FF2B5EF4-FFF2-40B4-BE49-F238E27FC236}">
                <a16:creationId xmlns:a16="http://schemas.microsoft.com/office/drawing/2014/main" id="{041D58A6-B79C-B74E-80C2-6E843191D3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47850" y="4142710"/>
            <a:ext cx="4526318" cy="1146556"/>
          </a:xfrm>
        </p:spPr>
        <p:txBody>
          <a:bodyPr anchor="ctr">
            <a:normAutofit/>
          </a:bodyPr>
          <a:lstStyle>
            <a:lvl1pPr marL="0" indent="0">
              <a:buNone/>
              <a:defRPr sz="6744" b="1" cap="all" baseline="0">
                <a:solidFill>
                  <a:schemeClr val="tx2"/>
                </a:solidFill>
              </a:defRPr>
            </a:lvl1pPr>
          </a:lstStyle>
          <a:p>
            <a:r>
              <a:rPr lang="fr-FR" dirty="0"/>
              <a:t>MERCI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7FA6D750-A020-2144-B09C-43A2D353C8D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484577" y="5231999"/>
            <a:ext cx="2023893" cy="75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84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067279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BF24C4-CB2D-6C42-6263-71F4B210A2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FB24505-733E-98C5-7C50-23F97CBA78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156303-1FD8-C794-ECDD-9F976873A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2E5EC-A442-477F-8A20-C602F908818B}" type="datetimeFigureOut">
              <a:rPr lang="fr-FR" smtClean="0"/>
              <a:t>06/10/2026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6889747-3271-2226-5980-F4AE670B4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252E068-84F6-96CE-F70E-15FC15DD2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D2F5B-F434-4FE1-9B74-741BE581BB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377072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E7DDDD-F2F5-DF5A-2268-D8A0D7F24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3C40-2B80-4D68-E1EB-309792AD4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EA492E6-CCFD-9341-A8CB-DA64F1B15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2E5EC-A442-477F-8A20-C602F908818B}" type="datetimeFigureOut">
              <a:rPr lang="fr-FR" smtClean="0"/>
              <a:t>06/10/2026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A403E1-0167-9AD5-BB37-917F64C6F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CA1A1EE-E1B4-5745-61F8-C9D2509CE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D2F5B-F434-4FE1-9B74-741BE581BB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906478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891707-30EB-52A7-787F-C65956B1C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5099F13-4F2C-8F9B-0B23-D6FFDB505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BF28DF7-5995-C9E2-0F04-BD3CE100A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2E5EC-A442-477F-8A20-C602F908818B}" type="datetimeFigureOut">
              <a:rPr lang="fr-FR" smtClean="0"/>
              <a:t>06/10/2026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B34095E-B469-0A12-A14B-546ABF828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ED773BC-18F5-AA2B-3C16-8EC47F2E2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D2F5B-F434-4FE1-9B74-741BE581BB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18604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863372-FEC9-391D-0B81-6E53D0F27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A6F6CEA-0EEB-568F-5A02-2BFACCAEB0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93DE954-3239-4FF5-E28C-4448B060A0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23DA5B5-2793-E60D-8DA9-7DEA646C2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2E5EC-A442-477F-8A20-C602F908818B}" type="datetimeFigureOut">
              <a:rPr lang="fr-FR" smtClean="0"/>
              <a:t>06/10/2026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76950DA-18E4-19FE-27FF-EFCAEB312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29AADC2-2DA4-84A9-999E-5338ACD25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D2F5B-F434-4FE1-9B74-741BE581BB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079139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18318D-0627-70CE-D3E3-576CBFBB9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D13B1F6-29DA-AFD8-144D-7221712A4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7FCBF88-8A5C-0214-8E4C-D1107A3FD7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8DADEE3-F9E9-18D6-52A4-07CD5C6C8E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FFE42AD-B63C-3EDA-55C4-E79BE49FC9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F78C623-7038-BA39-E5FC-7B4201BEA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2E5EC-A442-477F-8A20-C602F908818B}" type="datetimeFigureOut">
              <a:rPr lang="fr-FR" smtClean="0"/>
              <a:t>06/10/2026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FBD3BAB-0625-BD7E-E168-3F7CC65A8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48402C4-9AA7-7651-8A26-0C51A3123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D2F5B-F434-4FE1-9B74-741BE581BB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240413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51EEAA-793D-E11B-F0D3-E3CCBE631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C6CF558-4EEE-E47E-D0F0-8AC2E800A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2E5EC-A442-477F-8A20-C602F908818B}" type="datetimeFigureOut">
              <a:rPr lang="fr-FR" smtClean="0"/>
              <a:t>06/10/2026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761F5CA-9911-CDCE-147C-A6957FE4A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8719874-E0DF-22F4-196E-0AD73FCB3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D2F5B-F434-4FE1-9B74-741BE581BB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623408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86DE87F-C956-FD9C-A5DC-AF4BB574A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2E5EC-A442-477F-8A20-C602F908818B}" type="datetimeFigureOut">
              <a:rPr lang="fr-FR" smtClean="0"/>
              <a:t>06/10/2026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CBCA67A-1A6D-67B3-A246-101B986AD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937331E-5F10-CFBF-F402-FAF6134B0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D2F5B-F434-4FE1-9B74-741BE581BB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751082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4B6994-5750-6CBD-E8C5-55CC730DA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15AB74-5D5C-25E5-CB60-D582BF341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11905BD-2283-8BF8-112E-815F35F7DA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60112EA-0954-DAE6-C81E-FBD67C604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2E5EC-A442-477F-8A20-C602F908818B}" type="datetimeFigureOut">
              <a:rPr lang="fr-FR" smtClean="0"/>
              <a:t>06/10/2026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0FB2972-B73F-8151-83A9-BB6F366C9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72A0201-9D3E-A4C4-66B5-16DA6E079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D2F5B-F434-4FE1-9B74-741BE581BB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64269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2A08F3-E7A5-7800-932C-5A0ADE93F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8FB8EE1-9CDE-E150-369B-DC8A1AB1ED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48DC7DC-CF3C-0294-134D-6204DCF206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252B359-58A3-B7CB-FDC3-447A111C9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2E5EC-A442-477F-8A20-C602F908818B}" type="datetimeFigureOut">
              <a:rPr lang="fr-FR" smtClean="0"/>
              <a:t>06/10/2026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EA61BC6-4E84-9AFB-5F94-6A601210A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47F816B-985C-C0B4-27E7-5DB547187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D2F5B-F434-4FE1-9B74-741BE581BB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110617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F6C094-5F71-5B59-BE41-337841A72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170C202-263E-54F7-F112-B0066A3408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5F471FB-DD82-56DD-2433-029634E08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2E5EC-A442-477F-8A20-C602F908818B}" type="datetimeFigureOut">
              <a:rPr lang="fr-FR" smtClean="0"/>
              <a:t>06/10/2026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8ACF59E-9E09-CC60-90F5-816DD63F5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61E7374-6A8A-D873-D204-077381E85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D2F5B-F434-4FE1-9B74-741BE581BB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374622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C48E65A-699C-459A-3BB3-F88F389A01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A348E8A-6779-D070-71BB-E7456838A5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C7A2826-85E6-70B1-90D4-3382C30D3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2E5EC-A442-477F-8A20-C602F908818B}" type="datetimeFigureOut">
              <a:rPr lang="fr-FR" smtClean="0"/>
              <a:t>06/10/2026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22C1662-1CF2-FCC2-5BA0-02973C712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78EC5EF-4286-E4AD-D86F-F6CEAD318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7D2F5B-F434-4FE1-9B74-741BE581BB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333031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uver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eau, ciel, extérieur, océan&#10;&#10;Description générée automatiquement">
            <a:extLst>
              <a:ext uri="{FF2B5EF4-FFF2-40B4-BE49-F238E27FC236}">
                <a16:creationId xmlns:a16="http://schemas.microsoft.com/office/drawing/2014/main" id="{0D1BE372-A333-4D0F-9C33-7AF73FFFF0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3399" y="0"/>
            <a:ext cx="5806800" cy="5798888"/>
          </a:xfrm>
          <a:prstGeom prst="rect">
            <a:avLst/>
          </a:prstGeom>
        </p:spPr>
      </p:pic>
      <p:pic>
        <p:nvPicPr>
          <p:cNvPr id="9" name="Imagen 289">
            <a:extLst>
              <a:ext uri="{FF2B5EF4-FFF2-40B4-BE49-F238E27FC236}">
                <a16:creationId xmlns:a16="http://schemas.microsoft.com/office/drawing/2014/main" id="{08F5EC8F-4675-CD44-B12C-8A22E15D342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36727" y="5525048"/>
            <a:ext cx="2492442" cy="1206970"/>
          </a:xfrm>
          <a:prstGeom prst="rect">
            <a:avLst/>
          </a:prstGeom>
        </p:spPr>
      </p:pic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68740F20-5202-6940-9CAB-E7E285FA83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70713" y="831868"/>
            <a:ext cx="5057775" cy="355600"/>
          </a:xfrm>
        </p:spPr>
        <p:txBody>
          <a:bodyPr/>
          <a:lstStyle>
            <a:lvl1pPr marL="15875" indent="-15875">
              <a:buNone/>
              <a:tabLst/>
              <a:defRPr lang="en-GB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defRPr lang="en-GB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>
              <a:defRPr lang="en-GB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>
              <a:defRPr lang="en-GB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>
              <a:defRPr lang="fr-FR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fr-FR" noProof="0" dirty="0"/>
              <a:t>Cliquez ici pour ajouter le projet </a:t>
            </a:r>
          </a:p>
        </p:txBody>
      </p:sp>
      <p:sp>
        <p:nvSpPr>
          <p:cNvPr id="18" name="Marcador de fecha 3">
            <a:extLst>
              <a:ext uri="{FF2B5EF4-FFF2-40B4-BE49-F238E27FC236}">
                <a16:creationId xmlns:a16="http://schemas.microsoft.com/office/drawing/2014/main" id="{845810D1-2274-704A-BABF-B8331E45DC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70713" y="281021"/>
            <a:ext cx="2743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l">
              <a:defRPr lang="en-GB" sz="1600" smtClean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fr-FR" sz="16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XX Juin 2024</a:t>
            </a:r>
            <a:endParaRPr lang="fr-FR" sz="1600" noProof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F1F00E8-8668-9946-B6C9-B2385273A2C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70713" y="1834716"/>
            <a:ext cx="4812792" cy="1938992"/>
          </a:xfrm>
        </p:spPr>
        <p:txBody>
          <a:bodyPr wrap="square" anchor="t">
            <a:spAutoFit/>
          </a:bodyPr>
          <a:lstStyle>
            <a:lvl1pPr marL="7938" indent="-7938">
              <a:lnSpc>
                <a:spcPct val="100000"/>
              </a:lnSpc>
              <a:buNone/>
              <a:tabLst/>
              <a:defRPr lang="fr-FR" sz="4000" b="1" kern="1200" dirty="0">
                <a:solidFill>
                  <a:srgbClr val="E30613"/>
                </a:solidFill>
                <a:latin typeface="AvenirNext LT Pro Medium" panose="020B05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fr-FR" noProof="0" dirty="0"/>
              <a:t>CLIQUEZ ICI POUR AJOUTER LE TITRE DE LA PRÉSENTATION </a:t>
            </a:r>
          </a:p>
        </p:txBody>
      </p:sp>
      <p:cxnSp>
        <p:nvCxnSpPr>
          <p:cNvPr id="12" name="Conector recto 118">
            <a:extLst>
              <a:ext uri="{FF2B5EF4-FFF2-40B4-BE49-F238E27FC236}">
                <a16:creationId xmlns:a16="http://schemas.microsoft.com/office/drawing/2014/main" id="{2BBDA75C-22E4-B549-B555-FC08981C3A2E}"/>
              </a:ext>
            </a:extLst>
          </p:cNvPr>
          <p:cNvCxnSpPr>
            <a:cxnSpLocks/>
          </p:cNvCxnSpPr>
          <p:nvPr userDrawn="1"/>
        </p:nvCxnSpPr>
        <p:spPr>
          <a:xfrm>
            <a:off x="1113865" y="6477964"/>
            <a:ext cx="0" cy="158400"/>
          </a:xfrm>
          <a:prstGeom prst="line">
            <a:avLst/>
          </a:prstGeom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Marcador de número de diapositiva 5">
            <a:extLst>
              <a:ext uri="{FF2B5EF4-FFF2-40B4-BE49-F238E27FC236}">
                <a16:creationId xmlns:a16="http://schemas.microsoft.com/office/drawing/2014/main" id="{89B4B2F6-E8B1-864E-BC99-BF8E6834B3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9492" y="6346658"/>
            <a:ext cx="636447" cy="365125"/>
          </a:xfrm>
          <a:prstGeom prst="rect">
            <a:avLst/>
          </a:prstGeom>
        </p:spPr>
        <p:txBody>
          <a:bodyPr anchor="ctr"/>
          <a:lstStyle>
            <a:lvl1pPr algn="r">
              <a:defRPr lang="en-GB" sz="9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50B9D9B-824C-437E-B87C-640CB12706FF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9FF9D66B-8CA1-4886-A7BB-4F07849AAA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86532" y="6346658"/>
            <a:ext cx="6706631" cy="365125"/>
          </a:xfrm>
          <a:prstGeom prst="rect">
            <a:avLst/>
          </a:prstGeom>
        </p:spPr>
        <p:txBody>
          <a:bodyPr anchor="ctr"/>
          <a:lstStyle>
            <a:lvl1pPr algn="l">
              <a:defRPr lang="en-GB" sz="900" b="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/>
              <a:t>FRPS</a:t>
            </a:r>
            <a:endParaRPr lang="fr-FR" dirty="0"/>
          </a:p>
        </p:txBody>
      </p:sp>
      <p:pic>
        <p:nvPicPr>
          <p:cNvPr id="17" name="Image 75">
            <a:extLst>
              <a:ext uri="{FF2B5EF4-FFF2-40B4-BE49-F238E27FC236}">
                <a16:creationId xmlns:a16="http://schemas.microsoft.com/office/drawing/2014/main" id="{39B9EC0F-08B7-44A4-B789-D5FC5A1620C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1998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018335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e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2">
            <a:extLst>
              <a:ext uri="{FF2B5EF4-FFF2-40B4-BE49-F238E27FC236}">
                <a16:creationId xmlns:a16="http://schemas.microsoft.com/office/drawing/2014/main" id="{0C736445-9BF9-4648-99D9-49BFFB2C7B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5" name="Imagen 2">
            <a:extLst>
              <a:ext uri="{FF2B5EF4-FFF2-40B4-BE49-F238E27FC236}">
                <a16:creationId xmlns:a16="http://schemas.microsoft.com/office/drawing/2014/main" id="{660D618D-75F6-E948-BBCF-80C98768A1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447515" y="6329592"/>
            <a:ext cx="1261240" cy="431201"/>
          </a:xfrm>
          <a:prstGeom prst="rect">
            <a:avLst/>
          </a:prstGeom>
        </p:spPr>
      </p:pic>
      <p:cxnSp>
        <p:nvCxnSpPr>
          <p:cNvPr id="25" name="Conector recto 118">
            <a:extLst>
              <a:ext uri="{FF2B5EF4-FFF2-40B4-BE49-F238E27FC236}">
                <a16:creationId xmlns:a16="http://schemas.microsoft.com/office/drawing/2014/main" id="{733014EE-3E85-BD4B-B033-8FE02A881C40}"/>
              </a:ext>
            </a:extLst>
          </p:cNvPr>
          <p:cNvCxnSpPr>
            <a:cxnSpLocks/>
          </p:cNvCxnSpPr>
          <p:nvPr userDrawn="1"/>
        </p:nvCxnSpPr>
        <p:spPr>
          <a:xfrm>
            <a:off x="1113865" y="6477964"/>
            <a:ext cx="0" cy="158400"/>
          </a:xfrm>
          <a:prstGeom prst="line">
            <a:avLst/>
          </a:prstGeom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Marcador de número de diapositiva 5">
            <a:extLst>
              <a:ext uri="{FF2B5EF4-FFF2-40B4-BE49-F238E27FC236}">
                <a16:creationId xmlns:a16="http://schemas.microsoft.com/office/drawing/2014/main" id="{D244CE89-83E2-4A44-A077-D24003CE48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9492" y="6346658"/>
            <a:ext cx="636447" cy="365125"/>
          </a:xfrm>
          <a:prstGeom prst="rect">
            <a:avLst/>
          </a:prstGeom>
        </p:spPr>
        <p:txBody>
          <a:bodyPr anchor="ctr"/>
          <a:lstStyle>
            <a:lvl1pPr algn="r">
              <a:defRPr lang="en-GB" sz="9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50B9D9B-824C-437E-B87C-640CB12706FF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6" name="Marcador de pie de página 4">
            <a:extLst>
              <a:ext uri="{FF2B5EF4-FFF2-40B4-BE49-F238E27FC236}">
                <a16:creationId xmlns:a16="http://schemas.microsoft.com/office/drawing/2014/main" id="{9407FA59-E7F1-4E32-A3B6-5A98767324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86532" y="6346658"/>
            <a:ext cx="6706631" cy="365125"/>
          </a:xfrm>
          <a:prstGeom prst="rect">
            <a:avLst/>
          </a:prstGeom>
        </p:spPr>
        <p:txBody>
          <a:bodyPr anchor="ctr"/>
          <a:lstStyle>
            <a:lvl1pPr algn="l">
              <a:defRPr lang="en-GB" sz="900" b="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Niveau de confidentialité – Titre de la présentation</a:t>
            </a:r>
          </a:p>
        </p:txBody>
      </p:sp>
    </p:spTree>
    <p:extLst>
      <p:ext uri="{BB962C8B-B14F-4D97-AF65-F5344CB8AC3E}">
        <p14:creationId xmlns:p14="http://schemas.microsoft.com/office/powerpoint/2010/main" val="44878112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chapit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59740656-E207-8A48-AB1C-3103A53435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-12916" y="0"/>
            <a:ext cx="12204913" cy="5808618"/>
          </a:xfrm>
          <a:prstGeom prst="rect">
            <a:avLst/>
          </a:prstGeom>
        </p:spPr>
      </p:pic>
      <p:pic>
        <p:nvPicPr>
          <p:cNvPr id="6" name="Image 2">
            <a:extLst>
              <a:ext uri="{FF2B5EF4-FFF2-40B4-BE49-F238E27FC236}">
                <a16:creationId xmlns:a16="http://schemas.microsoft.com/office/drawing/2014/main" id="{4C61F87B-0BC3-4148-B0CA-558632B267A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pic>
        <p:nvPicPr>
          <p:cNvPr id="7" name="Imagen 289">
            <a:extLst>
              <a:ext uri="{FF2B5EF4-FFF2-40B4-BE49-F238E27FC236}">
                <a16:creationId xmlns:a16="http://schemas.microsoft.com/office/drawing/2014/main" id="{298E3B84-34FA-2D4C-A95F-9AB7FE008D8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46449" y="5920231"/>
            <a:ext cx="1726725" cy="836170"/>
          </a:xfrm>
          <a:prstGeom prst="rect">
            <a:avLst/>
          </a:prstGeom>
        </p:spPr>
      </p:pic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D80A6E1B-9176-2047-8236-D8410312CB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89540" y="4120954"/>
            <a:ext cx="5883634" cy="1098891"/>
          </a:xfrm>
        </p:spPr>
        <p:txBody>
          <a:bodyPr anchor="ctr">
            <a:spAutoFit/>
          </a:bodyPr>
          <a:lstStyle>
            <a:lvl1pPr marL="15875" indent="-15875">
              <a:buNone/>
              <a:tabLst/>
              <a:defRPr lang="en-GB" sz="3600" b="1" kern="1200" dirty="0" smtClean="0">
                <a:solidFill>
                  <a:schemeClr val="bg1"/>
                </a:solidFill>
                <a:latin typeface="AvenirNext LT Pro Medium" panose="020B05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fr-FR" noProof="0" dirty="0"/>
              <a:t>1. Cliquez ici pour ajouter le titre du chapitre</a:t>
            </a:r>
          </a:p>
        </p:txBody>
      </p:sp>
      <p:cxnSp>
        <p:nvCxnSpPr>
          <p:cNvPr id="8" name="Conector recto 118">
            <a:extLst>
              <a:ext uri="{FF2B5EF4-FFF2-40B4-BE49-F238E27FC236}">
                <a16:creationId xmlns:a16="http://schemas.microsoft.com/office/drawing/2014/main" id="{44036597-291A-6140-9CF2-167C29ED16F6}"/>
              </a:ext>
            </a:extLst>
          </p:cNvPr>
          <p:cNvCxnSpPr>
            <a:cxnSpLocks/>
          </p:cNvCxnSpPr>
          <p:nvPr userDrawn="1"/>
        </p:nvCxnSpPr>
        <p:spPr>
          <a:xfrm>
            <a:off x="1113865" y="6477964"/>
            <a:ext cx="0" cy="158400"/>
          </a:xfrm>
          <a:prstGeom prst="line">
            <a:avLst/>
          </a:prstGeom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BC28105C-BDDA-6945-93B2-26E96ADEF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9492" y="6346659"/>
            <a:ext cx="636447" cy="365125"/>
          </a:xfrm>
          <a:prstGeom prst="rect">
            <a:avLst/>
          </a:prstGeom>
        </p:spPr>
        <p:txBody>
          <a:bodyPr anchor="ctr"/>
          <a:lstStyle>
            <a:lvl1pPr algn="r">
              <a:defRPr lang="en-GB" sz="9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50B9D9B-824C-437E-B87C-640CB12706FF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2" name="Marcador de pie de página 4">
            <a:extLst>
              <a:ext uri="{FF2B5EF4-FFF2-40B4-BE49-F238E27FC236}">
                <a16:creationId xmlns:a16="http://schemas.microsoft.com/office/drawing/2014/main" id="{E8AF0556-1AB0-4673-8B95-C84B476C3A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86532" y="6346658"/>
            <a:ext cx="6706631" cy="365125"/>
          </a:xfrm>
          <a:prstGeom prst="rect">
            <a:avLst/>
          </a:prstGeom>
        </p:spPr>
        <p:txBody>
          <a:bodyPr anchor="ctr"/>
          <a:lstStyle>
            <a:lvl1pPr algn="l">
              <a:defRPr lang="en-GB" sz="900" b="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Niveau de confidentialité – Titre de la présentation</a:t>
            </a:r>
          </a:p>
        </p:txBody>
      </p:sp>
    </p:spTree>
    <p:extLst>
      <p:ext uri="{BB962C8B-B14F-4D97-AF65-F5344CB8AC3E}">
        <p14:creationId xmlns:p14="http://schemas.microsoft.com/office/powerpoint/2010/main" val="321010456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5729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42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2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40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Relationship Id="rId22" Type="http://schemas.openxmlformats.org/officeDocument/2006/relationships/slideLayout" Target="../slideLayouts/slideLayout4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slideLayout" Target="../slideLayouts/slideLayout57.xml"/><Relationship Id="rId18" Type="http://schemas.openxmlformats.org/officeDocument/2006/relationships/slideLayout" Target="../slideLayouts/slideLayout62.xml"/><Relationship Id="rId3" Type="http://schemas.openxmlformats.org/officeDocument/2006/relationships/slideLayout" Target="../slideLayouts/slideLayout47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17" Type="http://schemas.openxmlformats.org/officeDocument/2006/relationships/slideLayout" Target="../slideLayouts/slideLayout61.xml"/><Relationship Id="rId2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64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4.xml"/><Relationship Id="rId19" Type="http://schemas.openxmlformats.org/officeDocument/2006/relationships/slideLayout" Target="../slideLayouts/slideLayout63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slideLayout" Target="../slideLayouts/slideLayout77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2" Type="http://schemas.openxmlformats.org/officeDocument/2006/relationships/slideLayout" Target="../slideLayouts/slideLayout66.xml"/><Relationship Id="rId16" Type="http://schemas.openxmlformats.org/officeDocument/2006/relationships/theme" Target="../theme/theme4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5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slideLayout" Target="../slideLayouts/slideLayout7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E32048C-0C57-496C-904D-268D0905C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noProof="0" dirty="0"/>
              <a:t>Cliquez ici pour ajouter du texte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7EF12A-F216-4B13-B614-B3668E9C04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dirty="0"/>
              <a:t>Cliquez ici pour ajouter du texte</a:t>
            </a:r>
          </a:p>
          <a:p>
            <a:pPr lvl="1"/>
            <a:r>
              <a:rPr lang="fr-FR" noProof="0" dirty="0"/>
              <a:t>Niveau 1</a:t>
            </a:r>
          </a:p>
          <a:p>
            <a:pPr lvl="2"/>
            <a:r>
              <a:rPr lang="fr-FR" noProof="0" dirty="0"/>
              <a:t>Niveau 2</a:t>
            </a:r>
          </a:p>
          <a:p>
            <a:pPr lvl="3"/>
            <a:r>
              <a:rPr lang="fr-FR" noProof="0" dirty="0"/>
              <a:t>Niveau 3</a:t>
            </a:r>
          </a:p>
          <a:p>
            <a:pPr lvl="4"/>
            <a:r>
              <a:rPr lang="fr-FR" noProof="0" dirty="0"/>
              <a:t>Niveau 4</a:t>
            </a:r>
          </a:p>
        </p:txBody>
      </p:sp>
      <p:sp>
        <p:nvSpPr>
          <p:cNvPr id="7" name="Marcador de número de diapositiva 79">
            <a:extLst>
              <a:ext uri="{FF2B5EF4-FFF2-40B4-BE49-F238E27FC236}">
                <a16:creationId xmlns:a16="http://schemas.microsoft.com/office/drawing/2014/main" id="{02D0C168-73D0-8A46-B164-365BEE96B78A}"/>
              </a:ext>
            </a:extLst>
          </p:cNvPr>
          <p:cNvSpPr txBox="1">
            <a:spLocks/>
          </p:cNvSpPr>
          <p:nvPr userDrawn="1"/>
        </p:nvSpPr>
        <p:spPr>
          <a:xfrm>
            <a:off x="628278" y="6356351"/>
            <a:ext cx="533514" cy="3457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fr-FR" sz="1050" b="1" noProof="0">
              <a:solidFill>
                <a:schemeClr val="tx1"/>
              </a:solidFill>
            </a:endParaRPr>
          </a:p>
        </p:txBody>
      </p:sp>
      <p:cxnSp>
        <p:nvCxnSpPr>
          <p:cNvPr id="8" name="Conector recto 118">
            <a:extLst>
              <a:ext uri="{FF2B5EF4-FFF2-40B4-BE49-F238E27FC236}">
                <a16:creationId xmlns:a16="http://schemas.microsoft.com/office/drawing/2014/main" id="{39B586D5-3EDF-4D4C-B075-AE09391FAADA}"/>
              </a:ext>
            </a:extLst>
          </p:cNvPr>
          <p:cNvCxnSpPr>
            <a:cxnSpLocks/>
          </p:cNvCxnSpPr>
          <p:nvPr userDrawn="1"/>
        </p:nvCxnSpPr>
        <p:spPr>
          <a:xfrm>
            <a:off x="1113865" y="6477964"/>
            <a:ext cx="0" cy="158400"/>
          </a:xfrm>
          <a:prstGeom prst="line">
            <a:avLst/>
          </a:prstGeom>
          <a:ln>
            <a:solidFill>
              <a:srgbClr val="E3061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Marcador de pie de página 4">
            <a:extLst>
              <a:ext uri="{FF2B5EF4-FFF2-40B4-BE49-F238E27FC236}">
                <a16:creationId xmlns:a16="http://schemas.microsoft.com/office/drawing/2014/main" id="{40425B34-925B-034D-B8D8-924C896801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86532" y="6346658"/>
            <a:ext cx="5869875" cy="365125"/>
          </a:xfrm>
          <a:prstGeom prst="rect">
            <a:avLst/>
          </a:prstGeom>
        </p:spPr>
        <p:txBody>
          <a:bodyPr anchor="ctr"/>
          <a:lstStyle>
            <a:lvl1pPr algn="l">
              <a:defRPr lang="en-GB" sz="900" b="0" kern="1200" cap="none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Niveau de confidentialité – Titre de la présentation</a:t>
            </a:r>
          </a:p>
        </p:txBody>
      </p:sp>
      <p:sp>
        <p:nvSpPr>
          <p:cNvPr id="11" name="Marcador de número de diapositiva 5">
            <a:extLst>
              <a:ext uri="{FF2B5EF4-FFF2-40B4-BE49-F238E27FC236}">
                <a16:creationId xmlns:a16="http://schemas.microsoft.com/office/drawing/2014/main" id="{27DDE9F1-0CBF-654C-98D4-4CC95F3C0B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9492" y="6346658"/>
            <a:ext cx="636447" cy="365125"/>
          </a:xfrm>
          <a:prstGeom prst="rect">
            <a:avLst/>
          </a:prstGeom>
        </p:spPr>
        <p:txBody>
          <a:bodyPr anchor="ctr"/>
          <a:lstStyle>
            <a:lvl1pPr algn="r">
              <a:defRPr lang="en-GB" sz="900" b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50B9D9B-824C-437E-B87C-640CB12706FF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D5FD554-3A63-701D-AF6E-F316E188E16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53100" y="6611620"/>
            <a:ext cx="7397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200">
                <a:solidFill>
                  <a:srgbClr val="E3051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INTERNE</a:t>
            </a:r>
          </a:p>
        </p:txBody>
      </p:sp>
    </p:spTree>
    <p:extLst>
      <p:ext uri="{BB962C8B-B14F-4D97-AF65-F5344CB8AC3E}">
        <p14:creationId xmlns:p14="http://schemas.microsoft.com/office/powerpoint/2010/main" val="1974052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7013" indent="-227013" algn="l" defTabSz="914400" rtl="0" eaLnBrk="1" latinLnBrk="0" hangingPunct="1">
        <a:lnSpc>
          <a:spcPct val="90000"/>
        </a:lnSpc>
        <a:spcBef>
          <a:spcPts val="1000"/>
        </a:spcBef>
        <a:buClr>
          <a:srgbClr val="40B496"/>
        </a:buClr>
        <a:buFont typeface="Wingdings" pitchFamily="2" charset="2"/>
        <a:buChar char="§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40B496"/>
        </a:buClr>
        <a:buFont typeface="Wingdings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40B496"/>
        </a:buClr>
        <a:buFont typeface="Wingdings" pitchFamily="2" charset="2"/>
        <a:buChar char="§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40B496"/>
        </a:buClr>
        <a:buFont typeface="Wingdings" pitchFamily="2" charset="2"/>
        <a:buChar char="§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40B496"/>
        </a:buClr>
        <a:buFont typeface="Wingdings" pitchFamily="2" charset="2"/>
        <a:buChar char="§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03DCAA5-0439-FB49-A47F-BAD8FD825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C2D0BE2-F6E2-CF4C-B362-9EB839341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A670991-C4EE-FE41-830E-256331DE0F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951CBD93-7B4D-4482-8A19-DA2684047061}" type="datetime4">
              <a:rPr lang="fr-FR" smtClean="0"/>
              <a:t>6 octobre 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D0D8A1A-5867-B549-9DE2-BD313496DA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045DDDE-87C3-944C-8A13-BA4856F424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1C73C9BE-E189-394F-A62D-A87124F42ED1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2F5486D-AE32-D493-A2AA-FCFAF458EF7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53100" y="6611620"/>
            <a:ext cx="7397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200">
                <a:solidFill>
                  <a:srgbClr val="E3051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INTERNE</a:t>
            </a:r>
          </a:p>
        </p:txBody>
      </p:sp>
    </p:spTree>
    <p:extLst>
      <p:ext uri="{BB962C8B-B14F-4D97-AF65-F5344CB8AC3E}">
        <p14:creationId xmlns:p14="http://schemas.microsoft.com/office/powerpoint/2010/main" val="4202035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6" r:id="rId2"/>
    <p:sldLayoutId id="2147483677" r:id="rId3"/>
    <p:sldLayoutId id="2147483665" r:id="rId4"/>
    <p:sldLayoutId id="2147483666" r:id="rId5"/>
    <p:sldLayoutId id="2147483678" r:id="rId6"/>
    <p:sldLayoutId id="2147483679" r:id="rId7"/>
    <p:sldLayoutId id="2147483680" r:id="rId8"/>
    <p:sldLayoutId id="2147483681" r:id="rId9"/>
    <p:sldLayoutId id="2147483688" r:id="rId10"/>
    <p:sldLayoutId id="2147483685" r:id="rId11"/>
    <p:sldLayoutId id="2147483667" r:id="rId12"/>
    <p:sldLayoutId id="2147483668" r:id="rId13"/>
    <p:sldLayoutId id="2147483670" r:id="rId14"/>
    <p:sldLayoutId id="2147483671" r:id="rId15"/>
    <p:sldLayoutId id="2147483682" r:id="rId16"/>
    <p:sldLayoutId id="2147483672" r:id="rId17"/>
    <p:sldLayoutId id="2147483673" r:id="rId18"/>
    <p:sldLayoutId id="2147483683" r:id="rId19"/>
    <p:sldLayoutId id="2147483684" r:id="rId20"/>
    <p:sldLayoutId id="2147483713" r:id="rId21"/>
    <p:sldLayoutId id="2147483714" r:id="rId22"/>
    <p:sldLayoutId id="2147483715" r:id="rId2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03DCAA5-0439-FB49-A47F-BAD8FD825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C2D0BE2-F6E2-CF4C-B362-9EB839341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F876313-3492-45C1-99B2-4253363C31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177800" y="6512379"/>
            <a:ext cx="5842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fr-FR" sz="650" b="1" kern="1200" cap="all" baseline="0" smtClean="0">
                <a:solidFill>
                  <a:srgbClr val="E30513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A0EFD2-CA23-4EF7-8A87-70B73D3C5ADA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2" name="Espace réservé de la date 11">
            <a:extLst>
              <a:ext uri="{FF2B5EF4-FFF2-40B4-BE49-F238E27FC236}">
                <a16:creationId xmlns:a16="http://schemas.microsoft.com/office/drawing/2014/main" id="{95AEEAAB-E9F7-44E1-93D5-9351F9D0F1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96198" y="61653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fr-FR" sz="650" b="1" kern="1200" cap="all" baseline="0" smtClean="0">
                <a:solidFill>
                  <a:srgbClr val="E30513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12 DECEMBRE 2019</a:t>
            </a:r>
          </a:p>
        </p:txBody>
      </p:sp>
      <p:sp>
        <p:nvSpPr>
          <p:cNvPr id="18" name="Espace réservé du pied de page 17">
            <a:extLst>
              <a:ext uri="{FF2B5EF4-FFF2-40B4-BE49-F238E27FC236}">
                <a16:creationId xmlns:a16="http://schemas.microsoft.com/office/drawing/2014/main" id="{99DFF082-4248-4502-A021-F38C501B6D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96198" y="6284890"/>
            <a:ext cx="4114800" cy="4564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l" defTabSz="742950" rtl="0" eaLnBrk="1" latinLnBrk="0" hangingPunct="1">
              <a:defRPr lang="fr-FR" sz="488" kern="120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 dirty="0"/>
              <a:t>Présentation sans valeur en l’absence des commentaires qui l’accompagnent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18E70C0-B88C-2A99-A752-CBA8F5D8922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53100" y="6611620"/>
            <a:ext cx="7397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200">
                <a:solidFill>
                  <a:srgbClr val="E3051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INTERNE</a:t>
            </a:r>
          </a:p>
        </p:txBody>
      </p:sp>
    </p:spTree>
    <p:extLst>
      <p:ext uri="{BB962C8B-B14F-4D97-AF65-F5344CB8AC3E}">
        <p14:creationId xmlns:p14="http://schemas.microsoft.com/office/powerpoint/2010/main" val="2896023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7" r:id="rId1"/>
    <p:sldLayoutId id="2147483848" r:id="rId2"/>
    <p:sldLayoutId id="2147483849" r:id="rId3"/>
    <p:sldLayoutId id="2147483850" r:id="rId4"/>
    <p:sldLayoutId id="2147483851" r:id="rId5"/>
    <p:sldLayoutId id="2147483852" r:id="rId6"/>
    <p:sldLayoutId id="2147483853" r:id="rId7"/>
    <p:sldLayoutId id="2147483854" r:id="rId8"/>
    <p:sldLayoutId id="2147483855" r:id="rId9"/>
    <p:sldLayoutId id="2147483856" r:id="rId10"/>
    <p:sldLayoutId id="2147483857" r:id="rId11"/>
    <p:sldLayoutId id="2147483858" r:id="rId12"/>
    <p:sldLayoutId id="2147483859" r:id="rId13"/>
    <p:sldLayoutId id="2147483860" r:id="rId14"/>
    <p:sldLayoutId id="2147483861" r:id="rId15"/>
    <p:sldLayoutId id="2147483862" r:id="rId16"/>
    <p:sldLayoutId id="2147483863" r:id="rId17"/>
    <p:sldLayoutId id="2147483864" r:id="rId18"/>
    <p:sldLayoutId id="2147483865" r:id="rId19"/>
    <p:sldLayoutId id="2147483866" r:id="rId20"/>
  </p:sldLayoutIdLst>
  <p:hf sldNum="0" hdr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25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Wingdings" panose="05000000000000000000" pitchFamily="2" charset="2"/>
        <a:buChar char="ü"/>
        <a:defRPr sz="195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29CE137-25CC-D325-C631-7B99E599B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1A17808-B40F-63DE-AD61-A29DA9D07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2F0D217-A718-B3FA-8267-0E7BC7256F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C2E5EC-A442-477F-8A20-C602F908818B}" type="datetimeFigureOut">
              <a:rPr lang="fr-FR" smtClean="0"/>
              <a:t>06/10/2026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3F9B34-6865-A209-6E47-9AF23E61DB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F710E5-F126-8C48-A875-D89A3128E3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7D2F5B-F434-4FE1-9B74-741BE581BB8E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4C6EFF0-E7D3-4E4A-88ED-A106367EBD0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53100" y="6611620"/>
            <a:ext cx="7397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200">
                <a:solidFill>
                  <a:srgbClr val="E30513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INTERNE</a:t>
            </a:r>
          </a:p>
        </p:txBody>
      </p:sp>
    </p:spTree>
    <p:extLst>
      <p:ext uri="{BB962C8B-B14F-4D97-AF65-F5344CB8AC3E}">
        <p14:creationId xmlns:p14="http://schemas.microsoft.com/office/powerpoint/2010/main" val="8316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3" r:id="rId1"/>
    <p:sldLayoutId id="2147484234" r:id="rId2"/>
    <p:sldLayoutId id="2147484235" r:id="rId3"/>
    <p:sldLayoutId id="2147484236" r:id="rId4"/>
    <p:sldLayoutId id="2147484237" r:id="rId5"/>
    <p:sldLayoutId id="2147484238" r:id="rId6"/>
    <p:sldLayoutId id="2147484239" r:id="rId7"/>
    <p:sldLayoutId id="2147484240" r:id="rId8"/>
    <p:sldLayoutId id="2147484241" r:id="rId9"/>
    <p:sldLayoutId id="2147484242" r:id="rId10"/>
    <p:sldLayoutId id="2147484243" r:id="rId11"/>
    <p:sldLayoutId id="2147484244" r:id="rId12"/>
    <p:sldLayoutId id="2147484246" r:id="rId13"/>
    <p:sldLayoutId id="2147484278" r:id="rId14"/>
    <p:sldLayoutId id="2147484280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svg"/><Relationship Id="rId3" Type="http://schemas.openxmlformats.org/officeDocument/2006/relationships/image" Target="../media/image60.png"/><Relationship Id="rId7" Type="http://schemas.openxmlformats.org/officeDocument/2006/relationships/image" Target="../media/image6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9.xml"/><Relationship Id="rId6" Type="http://schemas.openxmlformats.org/officeDocument/2006/relationships/image" Target="../media/image62.svg"/><Relationship Id="rId5" Type="http://schemas.openxmlformats.org/officeDocument/2006/relationships/image" Target="../media/image61.svg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svg"/><Relationship Id="rId13" Type="http://schemas.openxmlformats.org/officeDocument/2006/relationships/image" Target="../media/image75.svg"/><Relationship Id="rId18" Type="http://schemas.openxmlformats.org/officeDocument/2006/relationships/image" Target="../media/image79.svg"/><Relationship Id="rId3" Type="http://schemas.openxmlformats.org/officeDocument/2006/relationships/image" Target="../media/image65.svg"/><Relationship Id="rId7" Type="http://schemas.openxmlformats.org/officeDocument/2006/relationships/image" Target="../media/image69.svg"/><Relationship Id="rId12" Type="http://schemas.openxmlformats.org/officeDocument/2006/relationships/image" Target="../media/image74.svg"/><Relationship Id="rId17" Type="http://schemas.openxmlformats.org/officeDocument/2006/relationships/image" Target="../media/image78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77.png"/><Relationship Id="rId1" Type="http://schemas.openxmlformats.org/officeDocument/2006/relationships/slideLayout" Target="../slideLayouts/slideLayout79.xml"/><Relationship Id="rId6" Type="http://schemas.openxmlformats.org/officeDocument/2006/relationships/image" Target="../media/image68.svg"/><Relationship Id="rId11" Type="http://schemas.openxmlformats.org/officeDocument/2006/relationships/image" Target="../media/image73.svg"/><Relationship Id="rId5" Type="http://schemas.openxmlformats.org/officeDocument/2006/relationships/image" Target="../media/image67.svg"/><Relationship Id="rId15" Type="http://schemas.openxmlformats.org/officeDocument/2006/relationships/image" Target="../media/image62.svg"/><Relationship Id="rId10" Type="http://schemas.openxmlformats.org/officeDocument/2006/relationships/image" Target="../media/image72.svg"/><Relationship Id="rId4" Type="http://schemas.openxmlformats.org/officeDocument/2006/relationships/image" Target="../media/image66.svg"/><Relationship Id="rId9" Type="http://schemas.openxmlformats.org/officeDocument/2006/relationships/image" Target="../media/image71.svg"/><Relationship Id="rId14" Type="http://schemas.openxmlformats.org/officeDocument/2006/relationships/image" Target="../media/image76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12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7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0" Type="http://schemas.openxmlformats.org/officeDocument/2006/relationships/image" Target="../media/image88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svg"/><Relationship Id="rId1" Type="http://schemas.openxmlformats.org/officeDocument/2006/relationships/slideLayout" Target="../slideLayouts/slideLayout7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svg"/><Relationship Id="rId7" Type="http://schemas.openxmlformats.org/officeDocument/2006/relationships/image" Target="../media/image96.svg"/><Relationship Id="rId2" Type="http://schemas.openxmlformats.org/officeDocument/2006/relationships/image" Target="../media/image92.svg"/><Relationship Id="rId1" Type="http://schemas.openxmlformats.org/officeDocument/2006/relationships/slideLayout" Target="../slideLayouts/slideLayout77.xml"/><Relationship Id="rId6" Type="http://schemas.openxmlformats.org/officeDocument/2006/relationships/image" Target="../media/image95.svg"/><Relationship Id="rId5" Type="http://schemas.openxmlformats.org/officeDocument/2006/relationships/image" Target="../media/image94.svg"/><Relationship Id="rId4" Type="http://schemas.openxmlformats.org/officeDocument/2006/relationships/image" Target="../media/image7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sv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7.xml"/><Relationship Id="rId6" Type="http://schemas.openxmlformats.org/officeDocument/2006/relationships/image" Target="../media/image101.svg"/><Relationship Id="rId5" Type="http://schemas.openxmlformats.org/officeDocument/2006/relationships/image" Target="../media/image100.svg"/><Relationship Id="rId4" Type="http://schemas.openxmlformats.org/officeDocument/2006/relationships/image" Target="../media/image9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6852A0D9-FAD6-44B0-9A22-1BDD135736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APICIL ASSET MANAGEMENT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E860715-F289-4222-BF58-7FFFE457B1E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70713" y="1834716"/>
            <a:ext cx="4812792" cy="1451679"/>
          </a:xfrm>
        </p:spPr>
        <p:txBody>
          <a:bodyPr/>
          <a:lstStyle/>
          <a:p>
            <a:r>
              <a:rPr lang="fr-FR" dirty="0"/>
              <a:t>COPIL Métier </a:t>
            </a:r>
          </a:p>
          <a:p>
            <a:r>
              <a:rPr lang="fr-FR" dirty="0"/>
              <a:t>SI AAM 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D0B48D2-6080-46C5-8021-4BE5645F4F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0B9D9B-824C-437E-B87C-640CB12706FF}" type="slidenum">
              <a:rPr lang="fr-FR" smtClean="0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05866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FF300539-4112-42FF-ACBC-C82E679FD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0B9D9B-824C-437E-B87C-640CB12706FF}" type="slidenum">
              <a:rPr lang="fr-FR" smtClean="0"/>
              <a:pPr/>
              <a:t>2</a:t>
            </a:fld>
            <a:endParaRPr lang="fr-FR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4DF8099-664B-4B1A-B2EF-43182746BF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0576" y="3092263"/>
            <a:ext cx="6854825" cy="451790"/>
          </a:xfrm>
        </p:spPr>
        <p:txBody>
          <a:bodyPr/>
          <a:lstStyle/>
          <a:p>
            <a:r>
              <a:rPr lang="fr-FR" dirty="0"/>
              <a:t>Zoom HUB AM</a:t>
            </a:r>
          </a:p>
        </p:txBody>
      </p:sp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870E7C86-BCD1-4C44-953F-927A29957020}"/>
              </a:ext>
            </a:extLst>
          </p:cNvPr>
          <p:cNvSpPr txBox="1">
            <a:spLocks/>
          </p:cNvSpPr>
          <p:nvPr/>
        </p:nvSpPr>
        <p:spPr>
          <a:xfrm>
            <a:off x="502625" y="4251401"/>
            <a:ext cx="6854825" cy="451790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9525" indent="-9525" algn="r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GB" sz="1800" kern="1200" dirty="0" smtClean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800" kern="1200" dirty="0" smtClean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1800" kern="1200" dirty="0" smtClean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1800" kern="1200" dirty="0" smtClean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Suivi des actions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1DBA6EEF-9EED-443F-AE86-DA68704B6876}"/>
              </a:ext>
            </a:extLst>
          </p:cNvPr>
          <p:cNvSpPr txBox="1">
            <a:spLocks/>
          </p:cNvSpPr>
          <p:nvPr/>
        </p:nvSpPr>
        <p:spPr>
          <a:xfrm>
            <a:off x="502625" y="4800291"/>
            <a:ext cx="6854825" cy="451790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9525" indent="-9525" algn="r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GB" sz="1800" kern="1200" dirty="0" smtClean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800" kern="1200" dirty="0" smtClean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1800" kern="1200" dirty="0" smtClean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1800" kern="1200" dirty="0" smtClean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Synthèse budgétaire (à maj prochain COPIL)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2F437C38-F9A5-4B62-8A23-ECFEADDCBFA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291518" y="1901919"/>
            <a:ext cx="1500187" cy="451790"/>
          </a:xfrm>
        </p:spPr>
        <p:txBody>
          <a:bodyPr/>
          <a:lstStyle/>
          <a:p>
            <a:r>
              <a:rPr lang="fr-FR" dirty="0"/>
              <a:t>1</a:t>
            </a:r>
          </a:p>
        </p:txBody>
      </p:sp>
      <p:sp>
        <p:nvSpPr>
          <p:cNvPr id="21" name="Espace réservé du texte 19">
            <a:extLst>
              <a:ext uri="{FF2B5EF4-FFF2-40B4-BE49-F238E27FC236}">
                <a16:creationId xmlns:a16="http://schemas.microsoft.com/office/drawing/2014/main" id="{8076695A-2DCF-4E63-8F72-7039FCCED29C}"/>
              </a:ext>
            </a:extLst>
          </p:cNvPr>
          <p:cNvSpPr txBox="1">
            <a:spLocks/>
          </p:cNvSpPr>
          <p:nvPr/>
        </p:nvSpPr>
        <p:spPr>
          <a:xfrm>
            <a:off x="8291518" y="2494571"/>
            <a:ext cx="1500187" cy="451790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9525" indent="-9525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kumimoji="0" lang="en-GB" sz="1800" b="1" i="0" u="none" strike="noStrike" kern="1200" cap="none" spc="0" normalizeH="0" baseline="0" dirty="0" smtClean="0">
                <a:ln>
                  <a:noFill/>
                </a:ln>
                <a:solidFill>
                  <a:srgbClr val="E30613"/>
                </a:solidFill>
                <a:effectLst/>
                <a:uLnTx/>
                <a:uFillTx/>
                <a:latin typeface="Verdan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2</a:t>
            </a:r>
          </a:p>
        </p:txBody>
      </p:sp>
      <p:sp>
        <p:nvSpPr>
          <p:cNvPr id="23" name="Espace réservé du texte 19">
            <a:extLst>
              <a:ext uri="{FF2B5EF4-FFF2-40B4-BE49-F238E27FC236}">
                <a16:creationId xmlns:a16="http://schemas.microsoft.com/office/drawing/2014/main" id="{6669B2F2-F9D0-4084-8FC2-BCC1594FB4A1}"/>
              </a:ext>
            </a:extLst>
          </p:cNvPr>
          <p:cNvSpPr txBox="1">
            <a:spLocks/>
          </p:cNvSpPr>
          <p:nvPr/>
        </p:nvSpPr>
        <p:spPr>
          <a:xfrm>
            <a:off x="8299464" y="3661127"/>
            <a:ext cx="1500187" cy="451790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9525" indent="-9525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kumimoji="0" lang="en-GB" sz="1800" b="1" i="0" u="none" strike="noStrike" kern="1200" cap="none" spc="0" normalizeH="0" baseline="0" dirty="0" smtClean="0">
                <a:ln>
                  <a:noFill/>
                </a:ln>
                <a:solidFill>
                  <a:srgbClr val="E30613"/>
                </a:solidFill>
                <a:effectLst/>
                <a:uLnTx/>
                <a:uFillTx/>
                <a:latin typeface="Verdan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4</a:t>
            </a:r>
          </a:p>
        </p:txBody>
      </p:sp>
      <p:sp>
        <p:nvSpPr>
          <p:cNvPr id="24" name="Espace réservé du texte 19">
            <a:extLst>
              <a:ext uri="{FF2B5EF4-FFF2-40B4-BE49-F238E27FC236}">
                <a16:creationId xmlns:a16="http://schemas.microsoft.com/office/drawing/2014/main" id="{39F171B3-50DC-44F6-8230-95EF02F02553}"/>
              </a:ext>
            </a:extLst>
          </p:cNvPr>
          <p:cNvSpPr txBox="1">
            <a:spLocks/>
          </p:cNvSpPr>
          <p:nvPr/>
        </p:nvSpPr>
        <p:spPr>
          <a:xfrm>
            <a:off x="8291512" y="4223807"/>
            <a:ext cx="1500187" cy="451790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9525" indent="-9525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kumimoji="0" lang="en-GB" sz="1800" b="1" i="0" u="none" strike="noStrike" kern="1200" cap="none" spc="0" normalizeH="0" baseline="0" dirty="0" smtClean="0">
                <a:ln>
                  <a:noFill/>
                </a:ln>
                <a:solidFill>
                  <a:srgbClr val="E30613"/>
                </a:solidFill>
                <a:effectLst/>
                <a:uLnTx/>
                <a:uFillTx/>
                <a:latin typeface="Verdan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5</a:t>
            </a:r>
          </a:p>
        </p:txBody>
      </p:sp>
      <p:sp>
        <p:nvSpPr>
          <p:cNvPr id="4" name="Espace réservé du texte 2">
            <a:extLst>
              <a:ext uri="{FF2B5EF4-FFF2-40B4-BE49-F238E27FC236}">
                <a16:creationId xmlns:a16="http://schemas.microsoft.com/office/drawing/2014/main" id="{3745BB6F-EF38-4E94-5DF4-AFA933B64ECC}"/>
              </a:ext>
            </a:extLst>
          </p:cNvPr>
          <p:cNvSpPr txBox="1">
            <a:spLocks/>
          </p:cNvSpPr>
          <p:nvPr/>
        </p:nvSpPr>
        <p:spPr>
          <a:xfrm>
            <a:off x="456924" y="1986690"/>
            <a:ext cx="6900526" cy="3693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9525" indent="-9525" algn="r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GB" sz="1800" kern="1200" dirty="0" smtClean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800" kern="1200" dirty="0" smtClean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1800" kern="1200" dirty="0" smtClean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1800" kern="1200" dirty="0" smtClean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fr-FR" dirty="0"/>
              <a:t>BILAN T2/T3 2026</a:t>
            </a:r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701BE662-B154-A3E5-D2F5-71C72F840B2F}"/>
              </a:ext>
            </a:extLst>
          </p:cNvPr>
          <p:cNvSpPr txBox="1">
            <a:spLocks/>
          </p:cNvSpPr>
          <p:nvPr/>
        </p:nvSpPr>
        <p:spPr>
          <a:xfrm>
            <a:off x="456924" y="2545419"/>
            <a:ext cx="6900526" cy="369332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9525" indent="-9525" algn="r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GB" sz="1800" kern="1200" dirty="0" smtClean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800" kern="1200" dirty="0" smtClean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1800" kern="1200" dirty="0" smtClean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1800" kern="1200" dirty="0" smtClean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fr-FR" dirty="0"/>
              <a:t>Zoom MDV JUMP</a:t>
            </a:r>
          </a:p>
        </p:txBody>
      </p:sp>
      <p:sp>
        <p:nvSpPr>
          <p:cNvPr id="6" name="Espace réservé du texte 19">
            <a:extLst>
              <a:ext uri="{FF2B5EF4-FFF2-40B4-BE49-F238E27FC236}">
                <a16:creationId xmlns:a16="http://schemas.microsoft.com/office/drawing/2014/main" id="{06BA4E54-AF76-3CC9-C7A3-1C77BC1C7D7D}"/>
              </a:ext>
            </a:extLst>
          </p:cNvPr>
          <p:cNvSpPr txBox="1">
            <a:spLocks/>
          </p:cNvSpPr>
          <p:nvPr/>
        </p:nvSpPr>
        <p:spPr>
          <a:xfrm>
            <a:off x="8291518" y="4849671"/>
            <a:ext cx="1500187" cy="451790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9525" indent="-9525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kumimoji="0" lang="en-GB" sz="1800" b="1" i="0" u="none" strike="noStrike" kern="1200" cap="none" spc="0" normalizeH="0" baseline="0" dirty="0" smtClean="0">
                <a:ln>
                  <a:noFill/>
                </a:ln>
                <a:solidFill>
                  <a:srgbClr val="E30613"/>
                </a:solidFill>
                <a:effectLst/>
                <a:uLnTx/>
                <a:uFillTx/>
                <a:latin typeface="Verdan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6</a:t>
            </a:r>
          </a:p>
        </p:txBody>
      </p:sp>
      <p:sp>
        <p:nvSpPr>
          <p:cNvPr id="7" name="Espace réservé du texte 2">
            <a:extLst>
              <a:ext uri="{FF2B5EF4-FFF2-40B4-BE49-F238E27FC236}">
                <a16:creationId xmlns:a16="http://schemas.microsoft.com/office/drawing/2014/main" id="{3FBA35B7-560D-38FD-98AF-5370E19C71AA}"/>
              </a:ext>
            </a:extLst>
          </p:cNvPr>
          <p:cNvSpPr txBox="1">
            <a:spLocks/>
          </p:cNvSpPr>
          <p:nvPr/>
        </p:nvSpPr>
        <p:spPr>
          <a:xfrm>
            <a:off x="494673" y="3668428"/>
            <a:ext cx="6854825" cy="451790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9525" indent="-9525" algn="r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GB" sz="1800" kern="1200" dirty="0" smtClean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1800" kern="1200" dirty="0" smtClean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1800" kern="1200" dirty="0" smtClean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GB" sz="1800" kern="1200" dirty="0" smtClean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fr-FR" sz="1800" kern="1200" dirty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Engagements S2 2026</a:t>
            </a:r>
          </a:p>
        </p:txBody>
      </p:sp>
      <p:sp>
        <p:nvSpPr>
          <p:cNvPr id="8" name="Espace réservé du texte 19">
            <a:extLst>
              <a:ext uri="{FF2B5EF4-FFF2-40B4-BE49-F238E27FC236}">
                <a16:creationId xmlns:a16="http://schemas.microsoft.com/office/drawing/2014/main" id="{754294AC-223D-A4BA-F45E-EBC90F5E88AA}"/>
              </a:ext>
            </a:extLst>
          </p:cNvPr>
          <p:cNvSpPr txBox="1">
            <a:spLocks/>
          </p:cNvSpPr>
          <p:nvPr/>
        </p:nvSpPr>
        <p:spPr>
          <a:xfrm>
            <a:off x="8291512" y="3128600"/>
            <a:ext cx="1500187" cy="451790"/>
          </a:xfrm>
          <a:prstGeom prst="rect">
            <a:avLst/>
          </a:prstGeom>
        </p:spPr>
        <p:txBody>
          <a:bodyPr vert="horz" lIns="91440" tIns="45720" rIns="91440" bIns="45720" rtlCol="0">
            <a:spAutoFit/>
          </a:bodyPr>
          <a:lstStyle>
            <a:lvl1pPr marL="9525" indent="-9525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kumimoji="0" lang="en-GB" sz="1800" b="1" i="0" u="none" strike="noStrike" kern="1200" cap="none" spc="0" normalizeH="0" baseline="0" dirty="0" smtClean="0">
                <a:ln>
                  <a:noFill/>
                </a:ln>
                <a:solidFill>
                  <a:srgbClr val="E30613"/>
                </a:solidFill>
                <a:effectLst/>
                <a:uLnTx/>
                <a:uFillTx/>
                <a:latin typeface="Verdana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576311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"/>
            <a:ext cx="82296" cy="457200"/>
          </a:xfrm>
          <a:prstGeom prst="rect">
            <a:avLst/>
          </a:prstGeom>
          <a:solidFill>
            <a:srgbClr val="D51B2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19456" y="1828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GA — </a:t>
            </a:r>
            <a:r>
              <a:rPr lang="en-US" sz="2600" b="1" dirty="0">
                <a:solidFill>
                  <a:srgbClr val="D5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BILAN T3 - AOÛT 2026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464040" y="0"/>
            <a:ext cx="502920" cy="146304"/>
          </a:xfrm>
          <a:prstGeom prst="rect">
            <a:avLst/>
          </a:prstGeom>
          <a:solidFill>
            <a:srgbClr val="2E9B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10561320" y="45720"/>
            <a:ext cx="256032" cy="256032"/>
          </a:xfrm>
          <a:prstGeom prst="rect">
            <a:avLst/>
          </a:prstGeom>
          <a:solidFill>
            <a:srgbClr val="D51B2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11109960" y="146304"/>
            <a:ext cx="502920" cy="502920"/>
          </a:xfrm>
          <a:prstGeom prst="rect">
            <a:avLst/>
          </a:prstGeom>
          <a:solidFill>
            <a:srgbClr val="9E1B1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274320" y="658368"/>
            <a:ext cx="1143000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508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502920" y="795528"/>
            <a:ext cx="384048" cy="384048"/>
          </a:xfrm>
          <a:prstGeom prst="ellipse">
            <a:avLst/>
          </a:prstGeom>
          <a:solidFill>
            <a:srgbClr val="E8720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9" name="Image 0" descr="/home/claude/roadmap/icons/trendingu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687" y="849295"/>
            <a:ext cx="276515" cy="27651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05840" y="74980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72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AVANCEMENT BACKLOG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005840" y="9692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 62 %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72000" y="768096"/>
            <a:ext cx="0" cy="438912"/>
          </a:xfrm>
          <a:prstGeom prst="line">
            <a:avLst/>
          </a:prstGeom>
          <a:noFill/>
          <a:ln w="12700">
            <a:solidFill>
              <a:srgbClr val="E4E6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0"/>
          <p:cNvSpPr/>
          <p:nvPr/>
        </p:nvSpPr>
        <p:spPr>
          <a:xfrm>
            <a:off x="4846320" y="795528"/>
            <a:ext cx="384048" cy="384048"/>
          </a:xfrm>
          <a:prstGeom prst="ellipse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1"/>
          <p:cNvSpPr/>
          <p:nvPr/>
        </p:nvSpPr>
        <p:spPr>
          <a:xfrm>
            <a:off x="5349240" y="74980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3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 CIBLE DE L'ANNÉE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5349240" y="9692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85 % du backlog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274320" y="1444752"/>
            <a:ext cx="1143000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E4E6EA"/>
            </a:solidFill>
            <a:prstDash val="solid"/>
          </a:ln>
          <a:effectLst>
            <a:outerShdw blurRad="508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graphicFrame>
        <p:nvGraphicFramePr>
          <p:cNvPr id="18" name="Chart 0"/>
          <p:cNvGraphicFramePr/>
          <p:nvPr>
            <p:extLst>
              <p:ext uri="{D42A27DB-BD31-4B8C-83A1-F6EECF244321}">
                <p14:modId xmlns:p14="http://schemas.microsoft.com/office/powerpoint/2010/main" val="687229448"/>
              </p:ext>
            </p:extLst>
          </p:nvPr>
        </p:nvGraphicFramePr>
        <p:xfrm>
          <a:off x="502920" y="1700784"/>
          <a:ext cx="214884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Text 14"/>
          <p:cNvSpPr/>
          <p:nvPr/>
        </p:nvSpPr>
        <p:spPr>
          <a:xfrm>
            <a:off x="502920" y="235915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2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r>
              <a:rPr lang="fr-FR" sz="1200" b="1" noProof="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%</a:t>
            </a:r>
            <a:endParaRPr lang="fr-FR" sz="2200" noProof="0" dirty="0"/>
          </a:p>
        </p:txBody>
      </p:sp>
      <p:sp>
        <p:nvSpPr>
          <p:cNvPr id="20" name="Text 15"/>
          <p:cNvSpPr/>
          <p:nvPr/>
        </p:nvSpPr>
        <p:spPr>
          <a:xfrm>
            <a:off x="502920" y="2651760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b="1" noProof="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AVANCEMENT</a:t>
            </a:r>
            <a:endParaRPr lang="fr-FR" sz="750" noProof="0" dirty="0"/>
          </a:p>
        </p:txBody>
      </p:sp>
      <p:sp>
        <p:nvSpPr>
          <p:cNvPr id="21" name="Text 16"/>
          <p:cNvSpPr/>
          <p:nvPr/>
        </p:nvSpPr>
        <p:spPr>
          <a:xfrm>
            <a:off x="2880360" y="164592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50" b="1" noProof="0" dirty="0">
                <a:solidFill>
                  <a:srgbClr val="D5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LIVRÉ AU T2 – T3 2026</a:t>
            </a:r>
            <a:endParaRPr lang="fr-FR" sz="1150" noProof="0" dirty="0"/>
          </a:p>
        </p:txBody>
      </p:sp>
      <p:sp>
        <p:nvSpPr>
          <p:cNvPr id="24" name="Text 18"/>
          <p:cNvSpPr/>
          <p:nvPr/>
        </p:nvSpPr>
        <p:spPr>
          <a:xfrm>
            <a:off x="3410712" y="1956816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50" b="1" noProof="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MDV SOLIAM V16</a:t>
            </a:r>
            <a:r>
              <a:rPr lang="fr-FR" sz="1000" noProof="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MEP du 13-14 juin + VSR</a:t>
            </a:r>
            <a:endParaRPr lang="fr-FR" sz="1250" noProof="0" dirty="0"/>
          </a:p>
        </p:txBody>
      </p:sp>
      <p:sp>
        <p:nvSpPr>
          <p:cNvPr id="25" name="Shape 19"/>
          <p:cNvSpPr/>
          <p:nvPr/>
        </p:nvSpPr>
        <p:spPr>
          <a:xfrm>
            <a:off x="2880360" y="2432304"/>
            <a:ext cx="8778240" cy="0"/>
          </a:xfrm>
          <a:prstGeom prst="line">
            <a:avLst/>
          </a:prstGeom>
          <a:noFill/>
          <a:ln w="9525">
            <a:solidFill>
              <a:srgbClr val="E4E6E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 21"/>
          <p:cNvSpPr/>
          <p:nvPr/>
        </p:nvSpPr>
        <p:spPr>
          <a:xfrm>
            <a:off x="3410712" y="2523744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50" b="1" noProof="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MDV JUMP</a:t>
            </a:r>
            <a:r>
              <a:rPr lang="fr-FR" sz="1000" noProof="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MEP du 20-21 juin + VSR</a:t>
            </a:r>
            <a:endParaRPr lang="fr-FR" sz="1250" noProof="0" dirty="0"/>
          </a:p>
        </p:txBody>
      </p:sp>
      <p:sp>
        <p:nvSpPr>
          <p:cNvPr id="29" name="Shape 22"/>
          <p:cNvSpPr/>
          <p:nvPr/>
        </p:nvSpPr>
        <p:spPr>
          <a:xfrm>
            <a:off x="2880360" y="2999232"/>
            <a:ext cx="8778240" cy="0"/>
          </a:xfrm>
          <a:prstGeom prst="line">
            <a:avLst/>
          </a:prstGeom>
          <a:noFill/>
          <a:ln w="9525">
            <a:solidFill>
              <a:srgbClr val="E4E6E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2" name="Text 24"/>
          <p:cNvSpPr/>
          <p:nvPr/>
        </p:nvSpPr>
        <p:spPr>
          <a:xfrm>
            <a:off x="3410712" y="3090672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50" b="1" noProof="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AM</a:t>
            </a:r>
            <a:r>
              <a:rPr lang="fr-FR" sz="1000" noProof="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Socle en production : collectes prioritaires, API, Jupyter, batch</a:t>
            </a:r>
            <a:endParaRPr lang="fr-FR" sz="1250" noProof="0" dirty="0"/>
          </a:p>
        </p:txBody>
      </p:sp>
      <p:sp>
        <p:nvSpPr>
          <p:cNvPr id="33" name="Shape 25"/>
          <p:cNvSpPr/>
          <p:nvPr/>
        </p:nvSpPr>
        <p:spPr>
          <a:xfrm>
            <a:off x="285404" y="3862976"/>
            <a:ext cx="292608" cy="292608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5" name="Text 26"/>
          <p:cNvSpPr/>
          <p:nvPr/>
        </p:nvSpPr>
        <p:spPr>
          <a:xfrm>
            <a:off x="658368" y="387705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2026</a:t>
            </a:r>
            <a:endParaRPr lang="fr-FR" sz="1300" noProof="0" dirty="0"/>
          </a:p>
        </p:txBody>
      </p:sp>
      <p:sp>
        <p:nvSpPr>
          <p:cNvPr id="36" name="Shape 27"/>
          <p:cNvSpPr/>
          <p:nvPr/>
        </p:nvSpPr>
        <p:spPr>
          <a:xfrm>
            <a:off x="502920" y="4526280"/>
            <a:ext cx="11155680" cy="0"/>
          </a:xfrm>
          <a:prstGeom prst="line">
            <a:avLst/>
          </a:prstGeom>
          <a:noFill/>
          <a:ln w="15875">
            <a:solidFill>
              <a:srgbClr val="C7CBD1"/>
            </a:solidFill>
            <a:prstDash val="solid"/>
            <a:tailEnd type="triangle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7" name="Text 28"/>
          <p:cNvSpPr/>
          <p:nvPr/>
        </p:nvSpPr>
        <p:spPr>
          <a:xfrm>
            <a:off x="274320" y="414223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 2026</a:t>
            </a:r>
            <a:endParaRPr lang="fr-FR" sz="1000" noProof="0" dirty="0"/>
          </a:p>
        </p:txBody>
      </p:sp>
      <p:sp>
        <p:nvSpPr>
          <p:cNvPr id="38" name="Shape 29"/>
          <p:cNvSpPr/>
          <p:nvPr/>
        </p:nvSpPr>
        <p:spPr>
          <a:xfrm>
            <a:off x="338328" y="4453128"/>
            <a:ext cx="146304" cy="146304"/>
          </a:xfrm>
          <a:prstGeom prst="ellipse">
            <a:avLst/>
          </a:prstGeom>
          <a:solidFill>
            <a:srgbClr val="1B3A6B"/>
          </a:solidFill>
          <a:ln w="1905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9" name="Text 30"/>
          <p:cNvSpPr/>
          <p:nvPr/>
        </p:nvSpPr>
        <p:spPr>
          <a:xfrm>
            <a:off x="3246120" y="414223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 2026</a:t>
            </a:r>
            <a:endParaRPr lang="fr-FR" sz="1000" noProof="0" dirty="0"/>
          </a:p>
        </p:txBody>
      </p:sp>
      <p:sp>
        <p:nvSpPr>
          <p:cNvPr id="40" name="Shape 31"/>
          <p:cNvSpPr/>
          <p:nvPr/>
        </p:nvSpPr>
        <p:spPr>
          <a:xfrm>
            <a:off x="3310128" y="4453128"/>
            <a:ext cx="146304" cy="146304"/>
          </a:xfrm>
          <a:prstGeom prst="ellipse">
            <a:avLst/>
          </a:prstGeom>
          <a:solidFill>
            <a:srgbClr val="1B3A6B"/>
          </a:solidFill>
          <a:ln w="1905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1" name="Text 32"/>
          <p:cNvSpPr/>
          <p:nvPr/>
        </p:nvSpPr>
        <p:spPr>
          <a:xfrm>
            <a:off x="6217920" y="414223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D5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 2026</a:t>
            </a:r>
            <a:endParaRPr lang="fr-FR" sz="1000" noProof="0" dirty="0"/>
          </a:p>
        </p:txBody>
      </p:sp>
      <p:sp>
        <p:nvSpPr>
          <p:cNvPr id="42" name="Shape 33"/>
          <p:cNvSpPr/>
          <p:nvPr/>
        </p:nvSpPr>
        <p:spPr>
          <a:xfrm>
            <a:off x="6281928" y="4453128"/>
            <a:ext cx="146304" cy="146304"/>
          </a:xfrm>
          <a:prstGeom prst="ellipse">
            <a:avLst/>
          </a:prstGeom>
          <a:solidFill>
            <a:srgbClr val="D51B26"/>
          </a:solidFill>
          <a:ln w="19050">
            <a:solidFill>
              <a:srgbClr val="D51B2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3" name="Text 34"/>
          <p:cNvSpPr/>
          <p:nvPr/>
        </p:nvSpPr>
        <p:spPr>
          <a:xfrm>
            <a:off x="9189720" y="414223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 2026</a:t>
            </a:r>
            <a:endParaRPr lang="fr-FR" sz="1000" noProof="0" dirty="0"/>
          </a:p>
        </p:txBody>
      </p:sp>
      <p:sp>
        <p:nvSpPr>
          <p:cNvPr id="44" name="Shape 35"/>
          <p:cNvSpPr/>
          <p:nvPr/>
        </p:nvSpPr>
        <p:spPr>
          <a:xfrm>
            <a:off x="9253728" y="4453128"/>
            <a:ext cx="146304" cy="1463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7CBD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5" name="Shape 36"/>
          <p:cNvSpPr/>
          <p:nvPr/>
        </p:nvSpPr>
        <p:spPr>
          <a:xfrm>
            <a:off x="274320" y="4782312"/>
            <a:ext cx="2788920" cy="1417320"/>
          </a:xfrm>
          <a:prstGeom prst="roundRect">
            <a:avLst>
              <a:gd name="adj" fmla="val 3871"/>
            </a:avLst>
          </a:prstGeom>
          <a:solidFill>
            <a:srgbClr val="EEF0F3"/>
          </a:solidFill>
          <a:ln w="12700">
            <a:solidFill>
              <a:srgbClr val="EEF0F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8" name="Text 38"/>
          <p:cNvSpPr/>
          <p:nvPr/>
        </p:nvSpPr>
        <p:spPr>
          <a:xfrm>
            <a:off x="731520" y="4910328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50" noProof="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Outil risque BBG Port</a:t>
            </a:r>
            <a:endParaRPr lang="fr-FR" sz="950" noProof="0" dirty="0"/>
          </a:p>
        </p:txBody>
      </p:sp>
      <p:sp>
        <p:nvSpPr>
          <p:cNvPr id="49" name="Shape 39"/>
          <p:cNvSpPr/>
          <p:nvPr/>
        </p:nvSpPr>
        <p:spPr>
          <a:xfrm>
            <a:off x="3246120" y="4782312"/>
            <a:ext cx="27889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3970">
            <a:solidFill>
              <a:srgbClr val="E4E6E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2" name="Text 41"/>
          <p:cNvSpPr/>
          <p:nvPr/>
        </p:nvSpPr>
        <p:spPr>
          <a:xfrm>
            <a:off x="3468652" y="4910328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50" noProof="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MDV Soliam V16</a:t>
            </a:r>
            <a:endParaRPr lang="fr-FR" sz="950" noProof="0" dirty="0"/>
          </a:p>
        </p:txBody>
      </p:sp>
      <p:sp>
        <p:nvSpPr>
          <p:cNvPr id="55" name="Text 43"/>
          <p:cNvSpPr/>
          <p:nvPr/>
        </p:nvSpPr>
        <p:spPr>
          <a:xfrm>
            <a:off x="3468652" y="5257800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50" noProof="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MDV Jump 4.1</a:t>
            </a:r>
            <a:endParaRPr lang="fr-FR" sz="950" noProof="0" dirty="0"/>
          </a:p>
        </p:txBody>
      </p:sp>
      <p:sp>
        <p:nvSpPr>
          <p:cNvPr id="58" name="Text 45"/>
          <p:cNvSpPr/>
          <p:nvPr/>
        </p:nvSpPr>
        <p:spPr>
          <a:xfrm>
            <a:off x="3468652" y="5605272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50" noProof="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AM — lot 1</a:t>
            </a:r>
            <a:endParaRPr lang="fr-FR" sz="950" noProof="0" dirty="0"/>
          </a:p>
        </p:txBody>
      </p:sp>
      <p:sp>
        <p:nvSpPr>
          <p:cNvPr id="59" name="Shape 46"/>
          <p:cNvSpPr/>
          <p:nvPr/>
        </p:nvSpPr>
        <p:spPr>
          <a:xfrm>
            <a:off x="6217920" y="4782312"/>
            <a:ext cx="2788920" cy="1417320"/>
          </a:xfrm>
          <a:prstGeom prst="roundRect">
            <a:avLst>
              <a:gd name="adj" fmla="val 3871"/>
            </a:avLst>
          </a:prstGeom>
          <a:solidFill>
            <a:srgbClr val="FDEEEF"/>
          </a:solidFill>
          <a:ln w="13970">
            <a:solidFill>
              <a:srgbClr val="D51B26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2" name="Text 48"/>
          <p:cNvSpPr/>
          <p:nvPr/>
        </p:nvSpPr>
        <p:spPr>
          <a:xfrm>
            <a:off x="6424268" y="4910328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50" b="1" noProof="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JUMP – MDV mineur</a:t>
            </a:r>
            <a:endParaRPr lang="fr-FR" sz="950" noProof="0" dirty="0"/>
          </a:p>
        </p:txBody>
      </p:sp>
      <p:sp>
        <p:nvSpPr>
          <p:cNvPr id="65" name="Text 50"/>
          <p:cNvSpPr/>
          <p:nvPr/>
        </p:nvSpPr>
        <p:spPr>
          <a:xfrm>
            <a:off x="6424268" y="5257800"/>
            <a:ext cx="2221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50" b="1" noProof="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AM — lot 1 &amp; fin phase pilote et premiers usages en prod</a:t>
            </a:r>
            <a:endParaRPr lang="fr-FR" sz="950" noProof="0" dirty="0"/>
          </a:p>
        </p:txBody>
      </p:sp>
      <p:sp>
        <p:nvSpPr>
          <p:cNvPr id="68" name="Text 52"/>
          <p:cNvSpPr/>
          <p:nvPr/>
        </p:nvSpPr>
        <p:spPr>
          <a:xfrm>
            <a:off x="6424268" y="5824728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50" b="1" noProof="0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AM — lot 2 – Etude CUBE (DWH) </a:t>
            </a:r>
            <a:endParaRPr lang="fr-FR" sz="950" noProof="0" dirty="0"/>
          </a:p>
        </p:txBody>
      </p:sp>
      <p:sp>
        <p:nvSpPr>
          <p:cNvPr id="69" name="Shape 53"/>
          <p:cNvSpPr/>
          <p:nvPr/>
        </p:nvSpPr>
        <p:spPr>
          <a:xfrm>
            <a:off x="9189720" y="4782312"/>
            <a:ext cx="25146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3970">
            <a:solidFill>
              <a:srgbClr val="E4E6E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2" name="Text 55"/>
          <p:cNvSpPr/>
          <p:nvPr/>
        </p:nvSpPr>
        <p:spPr>
          <a:xfrm>
            <a:off x="9347516" y="4910328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50" noProof="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Accostage RVA — lot 1 (soliam)</a:t>
            </a:r>
            <a:endParaRPr lang="fr-FR" sz="950" noProof="0" dirty="0"/>
          </a:p>
        </p:txBody>
      </p:sp>
      <p:sp>
        <p:nvSpPr>
          <p:cNvPr id="75" name="Text 57"/>
          <p:cNvSpPr/>
          <p:nvPr/>
        </p:nvSpPr>
        <p:spPr>
          <a:xfrm>
            <a:off x="9347516" y="5257800"/>
            <a:ext cx="222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noProof="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AM — lot 2 – mise en oeuvre CUBE (DWH) </a:t>
            </a:r>
          </a:p>
        </p:txBody>
      </p:sp>
      <p:sp>
        <p:nvSpPr>
          <p:cNvPr id="78" name="Text 59"/>
          <p:cNvSpPr/>
          <p:nvPr/>
        </p:nvSpPr>
        <p:spPr>
          <a:xfrm>
            <a:off x="9347516" y="5605272"/>
            <a:ext cx="22219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50" noProof="0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Décommissionnement shadow IT</a:t>
            </a:r>
            <a:endParaRPr lang="fr-FR" sz="950" noProof="0" dirty="0"/>
          </a:p>
        </p:txBody>
      </p:sp>
      <p:sp>
        <p:nvSpPr>
          <p:cNvPr id="79" name="Shape 60"/>
          <p:cNvSpPr/>
          <p:nvPr/>
        </p:nvSpPr>
        <p:spPr>
          <a:xfrm>
            <a:off x="274320" y="6336792"/>
            <a:ext cx="11430000" cy="457200"/>
          </a:xfrm>
          <a:prstGeom prst="roundRect">
            <a:avLst>
              <a:gd name="adj" fmla="val 12000"/>
            </a:avLst>
          </a:prstGeom>
          <a:solidFill>
            <a:srgbClr val="F1EDF7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1" name="Text 61"/>
          <p:cNvSpPr/>
          <p:nvPr/>
        </p:nvSpPr>
        <p:spPr>
          <a:xfrm>
            <a:off x="822960" y="633679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i="1" noProof="0" dirty="0">
                <a:solidFill>
                  <a:srgbClr val="6C3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 sur la fin d'année : livraison des priorités, stabilisation et usages en production.</a:t>
            </a:r>
            <a:endParaRPr lang="fr-FR" sz="1100" noProof="0" dirty="0"/>
          </a:p>
        </p:txBody>
      </p:sp>
      <p:pic>
        <p:nvPicPr>
          <p:cNvPr id="83" name="Graphique 82" descr="Mille contour">
            <a:extLst>
              <a:ext uri="{FF2B5EF4-FFF2-40B4-BE49-F238E27FC236}">
                <a16:creationId xmlns:a16="http://schemas.microsoft.com/office/drawing/2014/main" id="{D7DC1468-11DE-DD91-74D7-1F3BF15CE7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67892" y="798771"/>
            <a:ext cx="360000" cy="360000"/>
          </a:xfrm>
          <a:prstGeom prst="rect">
            <a:avLst/>
          </a:prstGeom>
        </p:spPr>
      </p:pic>
      <p:pic>
        <p:nvPicPr>
          <p:cNvPr id="85" name="Graphique 84" descr="Badge Tick1 avec un remplissage uni">
            <a:extLst>
              <a:ext uri="{FF2B5EF4-FFF2-40B4-BE49-F238E27FC236}">
                <a16:creationId xmlns:a16="http://schemas.microsoft.com/office/drawing/2014/main" id="{F6B5B7B9-B99F-F0EA-BF03-37485282B0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53512" y="1960885"/>
            <a:ext cx="360000" cy="360000"/>
          </a:xfrm>
          <a:prstGeom prst="rect">
            <a:avLst/>
          </a:prstGeom>
        </p:spPr>
      </p:pic>
      <p:pic>
        <p:nvPicPr>
          <p:cNvPr id="87" name="Graphique 86" descr="Badge Tick1 avec un remplissage uni">
            <a:extLst>
              <a:ext uri="{FF2B5EF4-FFF2-40B4-BE49-F238E27FC236}">
                <a16:creationId xmlns:a16="http://schemas.microsoft.com/office/drawing/2014/main" id="{D2E596AA-F0F4-3A45-18E6-7BBE0DF21B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50128" y="2523744"/>
            <a:ext cx="360000" cy="360000"/>
          </a:xfrm>
          <a:prstGeom prst="rect">
            <a:avLst/>
          </a:prstGeom>
        </p:spPr>
      </p:pic>
      <p:pic>
        <p:nvPicPr>
          <p:cNvPr id="89" name="Graphique 88" descr="Badge Tick1 avec un remplissage uni">
            <a:extLst>
              <a:ext uri="{FF2B5EF4-FFF2-40B4-BE49-F238E27FC236}">
                <a16:creationId xmlns:a16="http://schemas.microsoft.com/office/drawing/2014/main" id="{0E1BDDFD-7C38-E2ED-7733-0B44954516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53512" y="3139273"/>
            <a:ext cx="360000" cy="360000"/>
          </a:xfrm>
          <a:prstGeom prst="rect">
            <a:avLst/>
          </a:prstGeom>
        </p:spPr>
      </p:pic>
      <p:pic>
        <p:nvPicPr>
          <p:cNvPr id="93" name="Graphique 92" descr="Diagramme de Gantt avec un remplissage uni">
            <a:extLst>
              <a:ext uri="{FF2B5EF4-FFF2-40B4-BE49-F238E27FC236}">
                <a16:creationId xmlns:a16="http://schemas.microsoft.com/office/drawing/2014/main" id="{1CFC4DC5-330D-3893-F120-52A4F562AD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1250" y="3879047"/>
            <a:ext cx="252000" cy="252000"/>
          </a:xfrm>
          <a:prstGeom prst="rect">
            <a:avLst/>
          </a:prstGeom>
        </p:spPr>
      </p:pic>
      <p:pic>
        <p:nvPicPr>
          <p:cNvPr id="22" name="Graphique 21" descr="Étoile avec un remplissage uni">
            <a:extLst>
              <a:ext uri="{FF2B5EF4-FFF2-40B4-BE49-F238E27FC236}">
                <a16:creationId xmlns:a16="http://schemas.microsoft.com/office/drawing/2014/main" id="{9FBFD20D-C9F5-993E-74AC-F5ECEE160A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1480" y="6382512"/>
            <a:ext cx="324611" cy="3246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8A165-F8F0-1C0C-CA78-DEFC52481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A046B7B-8715-CCD9-562A-6330124A4D8B}"/>
              </a:ext>
            </a:extLst>
          </p:cNvPr>
          <p:cNvSpPr/>
          <p:nvPr/>
        </p:nvSpPr>
        <p:spPr>
          <a:xfrm>
            <a:off x="0" y="54864"/>
            <a:ext cx="82296" cy="457200"/>
          </a:xfrm>
          <a:prstGeom prst="rect">
            <a:avLst/>
          </a:prstGeom>
          <a:solidFill>
            <a:srgbClr val="D51B2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714084B-0DC9-FC1E-1D1E-C2E1496EBA37}"/>
              </a:ext>
            </a:extLst>
          </p:cNvPr>
          <p:cNvSpPr/>
          <p:nvPr/>
        </p:nvSpPr>
        <p:spPr>
          <a:xfrm>
            <a:off x="219455" y="18288"/>
            <a:ext cx="95391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SYNTHESE EXECUTIVE </a:t>
            </a:r>
            <a:r>
              <a:rPr lang="en-US" sz="2600" b="1" dirty="0">
                <a:solidFill>
                  <a:srgbClr val="D51B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r>
              <a:rPr lang="en-US" sz="2600" b="1" dirty="0">
                <a:solidFill>
                  <a:srgbClr val="D51B26"/>
                </a:solidFill>
                <a:latin typeface="Arial" pitchFamily="34" charset="0"/>
                <a:cs typeface="Arial" pitchFamily="34" charset="-120"/>
              </a:rPr>
              <a:t> ETAT DES LIEUX - AOÛT 2026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B819C04-5328-38A1-5DF9-AB02ECAC1D3B}"/>
              </a:ext>
            </a:extLst>
          </p:cNvPr>
          <p:cNvSpPr/>
          <p:nvPr/>
        </p:nvSpPr>
        <p:spPr>
          <a:xfrm>
            <a:off x="9464040" y="0"/>
            <a:ext cx="502920" cy="146304"/>
          </a:xfrm>
          <a:prstGeom prst="rect">
            <a:avLst/>
          </a:prstGeom>
          <a:solidFill>
            <a:srgbClr val="2E9B4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1115229-20CE-EE09-3050-844564609318}"/>
              </a:ext>
            </a:extLst>
          </p:cNvPr>
          <p:cNvSpPr/>
          <p:nvPr/>
        </p:nvSpPr>
        <p:spPr>
          <a:xfrm>
            <a:off x="10561320" y="45720"/>
            <a:ext cx="256032" cy="256032"/>
          </a:xfrm>
          <a:prstGeom prst="rect">
            <a:avLst/>
          </a:prstGeom>
          <a:solidFill>
            <a:srgbClr val="D51B26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D9B003E-1DB5-DC50-EDDF-E92C1A586BCB}"/>
              </a:ext>
            </a:extLst>
          </p:cNvPr>
          <p:cNvSpPr/>
          <p:nvPr/>
        </p:nvSpPr>
        <p:spPr>
          <a:xfrm>
            <a:off x="11109960" y="146304"/>
            <a:ext cx="502920" cy="502920"/>
          </a:xfrm>
          <a:prstGeom prst="rect">
            <a:avLst/>
          </a:prstGeom>
          <a:solidFill>
            <a:srgbClr val="9E1B1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53932F3F-6FCA-02FE-3A4F-DD766913F4EF}"/>
              </a:ext>
            </a:extLst>
          </p:cNvPr>
          <p:cNvSpPr/>
          <p:nvPr/>
        </p:nvSpPr>
        <p:spPr>
          <a:xfrm>
            <a:off x="891969" y="1432055"/>
            <a:ext cx="3558910" cy="3645547"/>
          </a:xfrm>
          <a:prstGeom prst="roundRect">
            <a:avLst>
              <a:gd name="adj" fmla="val 3560"/>
            </a:avLst>
          </a:prstGeom>
          <a:solidFill>
            <a:srgbClr val="F6FAF4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fr-FR" sz="1400" b="1" dirty="0">
                <a:solidFill>
                  <a:schemeClr val="tx1"/>
                </a:solidFill>
                <a:latin typeface="Verdana" panose="020B0604030504040204" pitchFamily="34" charset="0"/>
                <a:ea typeface="MS Mincho" panose="02020609040205080304" pitchFamily="49" charset="-128"/>
              </a:rPr>
              <a:t>JUMP</a:t>
            </a:r>
          </a:p>
        </p:txBody>
      </p:sp>
      <p:sp>
        <p:nvSpPr>
          <p:cNvPr id="23" name="Hexagone 22">
            <a:extLst>
              <a:ext uri="{FF2B5EF4-FFF2-40B4-BE49-F238E27FC236}">
                <a16:creationId xmlns:a16="http://schemas.microsoft.com/office/drawing/2014/main" id="{A478E690-46C0-3378-DF49-407596F81207}"/>
              </a:ext>
            </a:extLst>
          </p:cNvPr>
          <p:cNvSpPr/>
          <p:nvPr/>
        </p:nvSpPr>
        <p:spPr>
          <a:xfrm>
            <a:off x="1110870" y="1475727"/>
            <a:ext cx="468000" cy="360000"/>
          </a:xfrm>
          <a:prstGeom prst="hexagon">
            <a:avLst/>
          </a:prstGeom>
          <a:solidFill>
            <a:schemeClr val="accent6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fr-FR" sz="1400" b="1" dirty="0">
                <a:solidFill>
                  <a:schemeClr val="bg1"/>
                </a:solidFill>
                <a:latin typeface="Verdana" panose="020B0604030504040204" pitchFamily="34" charset="0"/>
                <a:ea typeface="MS Mincho" panose="02020609040205080304" pitchFamily="49" charset="-128"/>
              </a:rPr>
              <a:t>J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18D1A598-27FE-E6A1-A888-651F07B27F5F}"/>
              </a:ext>
            </a:extLst>
          </p:cNvPr>
          <p:cNvSpPr/>
          <p:nvPr/>
        </p:nvSpPr>
        <p:spPr>
          <a:xfrm>
            <a:off x="978366" y="1855484"/>
            <a:ext cx="3348834" cy="3110049"/>
          </a:xfrm>
          <a:prstGeom prst="roundRect">
            <a:avLst>
              <a:gd name="adj" fmla="val 734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fr-FR" sz="1400" dirty="0">
              <a:solidFill>
                <a:schemeClr val="tx1"/>
              </a:solidFill>
              <a:latin typeface="Verdana" panose="020B0604030504040204" pitchFamily="34" charset="0"/>
              <a:ea typeface="MS Mincho" panose="02020609040205080304" pitchFamily="49" charset="-128"/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7A120016-7986-B0CF-BB26-C408883D1AEA}"/>
              </a:ext>
            </a:extLst>
          </p:cNvPr>
          <p:cNvSpPr txBox="1"/>
          <p:nvPr/>
        </p:nvSpPr>
        <p:spPr>
          <a:xfrm>
            <a:off x="1498628" y="1920566"/>
            <a:ext cx="140775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b="1" dirty="0"/>
              <a:t>MDV JUMP a eu lieu </a:t>
            </a:r>
          </a:p>
          <a:p>
            <a:r>
              <a:rPr lang="fr-FR" sz="1000" b="1" dirty="0">
                <a:solidFill>
                  <a:schemeClr val="accent6"/>
                </a:solidFill>
              </a:rPr>
              <a:t>19 au 21 juin </a:t>
            </a:r>
          </a:p>
        </p:txBody>
      </p:sp>
      <p:pic>
        <p:nvPicPr>
          <p:cNvPr id="30" name="Graphique 29" descr="Calendrier journalier contour">
            <a:extLst>
              <a:ext uri="{FF2B5EF4-FFF2-40B4-BE49-F238E27FC236}">
                <a16:creationId xmlns:a16="http://schemas.microsoft.com/office/drawing/2014/main" id="{37A1AB34-36AD-7164-D92B-151DA57BE7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7124" y="1948885"/>
            <a:ext cx="360000" cy="360000"/>
          </a:xfrm>
          <a:prstGeom prst="rect">
            <a:avLst/>
          </a:prstGeom>
        </p:spPr>
      </p:pic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56FDC967-F00F-8E4B-CB83-ACFB6A1F7B11}"/>
              </a:ext>
            </a:extLst>
          </p:cNvPr>
          <p:cNvCxnSpPr>
            <a:cxnSpLocks/>
          </p:cNvCxnSpPr>
          <p:nvPr/>
        </p:nvCxnSpPr>
        <p:spPr>
          <a:xfrm>
            <a:off x="1180228" y="2328919"/>
            <a:ext cx="2016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ZoneTexte 33">
            <a:extLst>
              <a:ext uri="{FF2B5EF4-FFF2-40B4-BE49-F238E27FC236}">
                <a16:creationId xmlns:a16="http://schemas.microsoft.com/office/drawing/2014/main" id="{1380F934-0BF7-2BBA-4618-B54AC3094F71}"/>
              </a:ext>
            </a:extLst>
          </p:cNvPr>
          <p:cNvSpPr txBox="1"/>
          <p:nvPr/>
        </p:nvSpPr>
        <p:spPr>
          <a:xfrm>
            <a:off x="1484349" y="2373170"/>
            <a:ext cx="140775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b="1" dirty="0"/>
              <a:t>Ouverture de service</a:t>
            </a:r>
          </a:p>
          <a:p>
            <a:r>
              <a:rPr lang="fr-FR" sz="1000" b="1" dirty="0">
                <a:solidFill>
                  <a:schemeClr val="accent6"/>
                </a:solidFill>
              </a:rPr>
              <a:t>22 juin 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A95B098F-47D2-27CF-A756-DC486899C535}"/>
              </a:ext>
            </a:extLst>
          </p:cNvPr>
          <p:cNvSpPr txBox="1"/>
          <p:nvPr/>
        </p:nvSpPr>
        <p:spPr>
          <a:xfrm>
            <a:off x="1484348" y="2875191"/>
            <a:ext cx="2744059" cy="1369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100" b="1" dirty="0"/>
              <a:t>Situation actuelle</a:t>
            </a:r>
          </a:p>
          <a:p>
            <a:pPr marL="0" marR="0" algn="just">
              <a:buNone/>
            </a:pPr>
            <a:r>
              <a:rPr lang="fr-FR" sz="800" b="1" dirty="0">
                <a:solidFill>
                  <a:schemeClr val="accent2"/>
                </a:solidFill>
                <a:effectLst/>
                <a:latin typeface="Segoe UI" panose="020B0502040204020203" pitchFamily="34" charset="0"/>
              </a:rPr>
              <a:t>Stabilisation en cours</a:t>
            </a:r>
            <a:endParaRPr lang="fr-FR" sz="800" dirty="0">
              <a:solidFill>
                <a:schemeClr val="accent2"/>
              </a:solidFill>
              <a:effectLst/>
              <a:latin typeface="Segoe UI" panose="020B0502040204020203" pitchFamily="34" charset="0"/>
            </a:endParaRPr>
          </a:p>
          <a:p>
            <a:pPr marL="171450" indent="-171450" algn="just" fontAlgn="ctr">
              <a:buFont typeface="Wingdings" panose="05000000000000000000" pitchFamily="2" charset="2"/>
              <a:buChar char="§"/>
            </a:pPr>
            <a:r>
              <a:rPr lang="fr-FR" sz="800" dirty="0">
                <a:latin typeface="Segoe UI" panose="020B0502040204020203" pitchFamily="34" charset="0"/>
              </a:rPr>
              <a:t>Incidents critiques résolus</a:t>
            </a:r>
            <a:endParaRPr lang="fr-FR" sz="800" dirty="0">
              <a:latin typeface="Calibri" panose="020F0502020204030204" pitchFamily="34" charset="0"/>
            </a:endParaRPr>
          </a:p>
          <a:p>
            <a:pPr marL="171450" indent="-171450" algn="just" fontAlgn="ctr">
              <a:buFont typeface="Wingdings" panose="05000000000000000000" pitchFamily="2" charset="2"/>
              <a:buChar char="§"/>
            </a:pPr>
            <a:r>
              <a:rPr lang="fr-FR" sz="800" dirty="0">
                <a:latin typeface="Segoe UI" panose="020B0502040204020203" pitchFamily="34" charset="0"/>
              </a:rPr>
              <a:t>Activité quotidienne stabilisée</a:t>
            </a:r>
            <a:endParaRPr lang="fr-FR" sz="800" dirty="0">
              <a:latin typeface="Calibri" panose="020F0502020204030204" pitchFamily="34" charset="0"/>
            </a:endParaRPr>
          </a:p>
          <a:p>
            <a:pPr marL="171450" indent="-171450" algn="just" fontAlgn="ctr">
              <a:buFont typeface="Wingdings" panose="05000000000000000000" pitchFamily="2" charset="2"/>
              <a:buChar char="§"/>
            </a:pPr>
            <a:r>
              <a:rPr lang="fr-FR" sz="800" dirty="0">
                <a:latin typeface="Segoe UI" panose="020B0502040204020203" pitchFamily="34" charset="0"/>
              </a:rPr>
              <a:t>Les irritants résiduels liés aux exports et flux n’ont été levés que courant août (levée du dispositif de crise)</a:t>
            </a:r>
          </a:p>
          <a:p>
            <a:pPr marL="171450" indent="-171450" algn="just" fontAlgn="ctr">
              <a:buFont typeface="Wingdings" panose="05000000000000000000" pitchFamily="2" charset="2"/>
              <a:buChar char="§"/>
            </a:pPr>
            <a:r>
              <a:rPr lang="fr-FR" sz="800" b="1" dirty="0">
                <a:latin typeface="Segoe UI" panose="020B0502040204020203" pitchFamily="34" charset="0"/>
              </a:rPr>
              <a:t>La situation reste compliquée, notamment pour le MO (régressions ou fonctionnements différents vécus comme des régressions)</a:t>
            </a:r>
            <a:endParaRPr lang="fr-FR" sz="800" b="1" dirty="0">
              <a:latin typeface="Calibri" panose="020F0502020204030204" pitchFamily="34" charset="0"/>
            </a:endParaRPr>
          </a:p>
        </p:txBody>
      </p: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1B3EB65F-E82D-DA73-B1F9-ED02450BE327}"/>
              </a:ext>
            </a:extLst>
          </p:cNvPr>
          <p:cNvCxnSpPr>
            <a:cxnSpLocks/>
          </p:cNvCxnSpPr>
          <p:nvPr/>
        </p:nvCxnSpPr>
        <p:spPr>
          <a:xfrm>
            <a:off x="1180228" y="2841396"/>
            <a:ext cx="2016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Graphique 49" descr="Fusée contour">
            <a:extLst>
              <a:ext uri="{FF2B5EF4-FFF2-40B4-BE49-F238E27FC236}">
                <a16:creationId xmlns:a16="http://schemas.microsoft.com/office/drawing/2014/main" id="{0DB9C50B-F1D0-BC76-1837-D1D4B3E1C3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7124" y="2440932"/>
            <a:ext cx="360000" cy="360000"/>
          </a:xfrm>
          <a:prstGeom prst="rect">
            <a:avLst/>
          </a:prstGeom>
        </p:spPr>
      </p:pic>
      <p:sp>
        <p:nvSpPr>
          <p:cNvPr id="51" name="Rectangle : coins arrondis 50">
            <a:extLst>
              <a:ext uri="{FF2B5EF4-FFF2-40B4-BE49-F238E27FC236}">
                <a16:creationId xmlns:a16="http://schemas.microsoft.com/office/drawing/2014/main" id="{B7642611-547B-A0FD-9CE2-7CB00FBEA2D3}"/>
              </a:ext>
            </a:extLst>
          </p:cNvPr>
          <p:cNvSpPr/>
          <p:nvPr/>
        </p:nvSpPr>
        <p:spPr>
          <a:xfrm>
            <a:off x="7155126" y="1432057"/>
            <a:ext cx="3855874" cy="3656279"/>
          </a:xfrm>
          <a:prstGeom prst="roundRect">
            <a:avLst>
              <a:gd name="adj" fmla="val 2321"/>
            </a:avLst>
          </a:prstGeom>
          <a:gradFill flip="none" rotWithShape="1">
            <a:gsLst>
              <a:gs pos="8000">
                <a:srgbClr val="FDF3ED"/>
              </a:gs>
              <a:gs pos="53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fr-FR" sz="1400" b="1" dirty="0">
                <a:solidFill>
                  <a:schemeClr val="tx1"/>
                </a:solidFill>
                <a:latin typeface="Verdana" panose="020B0604030504040204" pitchFamily="34" charset="0"/>
                <a:ea typeface="MS Mincho" panose="02020609040205080304" pitchFamily="49" charset="-128"/>
              </a:rPr>
              <a:t>   HUB AM</a:t>
            </a:r>
          </a:p>
        </p:txBody>
      </p:sp>
      <p:sp>
        <p:nvSpPr>
          <p:cNvPr id="53" name="Hexagone 52">
            <a:extLst>
              <a:ext uri="{FF2B5EF4-FFF2-40B4-BE49-F238E27FC236}">
                <a16:creationId xmlns:a16="http://schemas.microsoft.com/office/drawing/2014/main" id="{CBCD0504-EE9D-41ED-5060-84030DF03C2B}"/>
              </a:ext>
            </a:extLst>
          </p:cNvPr>
          <p:cNvSpPr/>
          <p:nvPr/>
        </p:nvSpPr>
        <p:spPr>
          <a:xfrm>
            <a:off x="7968393" y="1459131"/>
            <a:ext cx="468000" cy="360000"/>
          </a:xfrm>
          <a:prstGeom prst="hexago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fr-FR" sz="1400" b="1" dirty="0">
                <a:solidFill>
                  <a:schemeClr val="bg1"/>
                </a:solidFill>
                <a:latin typeface="Verdana" panose="020B0604030504040204" pitchFamily="34" charset="0"/>
                <a:ea typeface="MS Mincho" panose="02020609040205080304" pitchFamily="49" charset="-128"/>
              </a:rPr>
              <a:t>H</a:t>
            </a:r>
          </a:p>
        </p:txBody>
      </p:sp>
      <p:sp>
        <p:nvSpPr>
          <p:cNvPr id="54" name="Rectangle : coins arrondis 53">
            <a:extLst>
              <a:ext uri="{FF2B5EF4-FFF2-40B4-BE49-F238E27FC236}">
                <a16:creationId xmlns:a16="http://schemas.microsoft.com/office/drawing/2014/main" id="{54E64CAE-3D5C-3011-C62C-24DBAA51000F}"/>
              </a:ext>
            </a:extLst>
          </p:cNvPr>
          <p:cNvSpPr/>
          <p:nvPr/>
        </p:nvSpPr>
        <p:spPr>
          <a:xfrm>
            <a:off x="4515901" y="1432056"/>
            <a:ext cx="2575310" cy="3645547"/>
          </a:xfrm>
          <a:prstGeom prst="roundRect">
            <a:avLst>
              <a:gd name="adj" fmla="val 4139"/>
            </a:avLst>
          </a:prstGeom>
          <a:gradFill flip="none" rotWithShape="1">
            <a:gsLst>
              <a:gs pos="99000">
                <a:schemeClr val="bg1"/>
              </a:gs>
              <a:gs pos="36000">
                <a:srgbClr val="F8E0ED"/>
              </a:gs>
            </a:gsLst>
            <a:path path="circle">
              <a:fillToRect l="100000" t="100000"/>
            </a:path>
            <a:tileRect r="-100000" b="-100000"/>
          </a:gradFill>
          <a:ln>
            <a:solidFill>
              <a:srgbClr val="F4D0E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fr-FR" sz="1400" b="1" dirty="0">
                <a:solidFill>
                  <a:schemeClr val="tx1"/>
                </a:solidFill>
                <a:latin typeface="Verdana" panose="020B0604030504040204" pitchFamily="34" charset="0"/>
                <a:ea typeface="MS Mincho" panose="02020609040205080304" pitchFamily="49" charset="-128"/>
              </a:rPr>
              <a:t>SOLIAM</a:t>
            </a:r>
          </a:p>
        </p:txBody>
      </p:sp>
      <p:sp>
        <p:nvSpPr>
          <p:cNvPr id="56" name="Rectangle : coins arrondis 55">
            <a:extLst>
              <a:ext uri="{FF2B5EF4-FFF2-40B4-BE49-F238E27FC236}">
                <a16:creationId xmlns:a16="http://schemas.microsoft.com/office/drawing/2014/main" id="{EA4900F2-D226-E3DB-180F-794B0072B0E5}"/>
              </a:ext>
            </a:extLst>
          </p:cNvPr>
          <p:cNvSpPr/>
          <p:nvPr/>
        </p:nvSpPr>
        <p:spPr>
          <a:xfrm>
            <a:off x="4641091" y="1866281"/>
            <a:ext cx="2325676" cy="3090633"/>
          </a:xfrm>
          <a:prstGeom prst="roundRect">
            <a:avLst>
              <a:gd name="adj" fmla="val 734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fr-FR" sz="1400" dirty="0">
              <a:solidFill>
                <a:schemeClr val="tx1"/>
              </a:solidFill>
              <a:latin typeface="Verdana" panose="020B0604030504040204" pitchFamily="34" charset="0"/>
              <a:ea typeface="MS Mincho" panose="02020609040205080304" pitchFamily="49" charset="-128"/>
            </a:endParaRP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F54A166F-001F-89B8-43C3-40C31E96B250}"/>
              </a:ext>
            </a:extLst>
          </p:cNvPr>
          <p:cNvSpPr txBox="1"/>
          <p:nvPr/>
        </p:nvSpPr>
        <p:spPr>
          <a:xfrm>
            <a:off x="5122558" y="1931363"/>
            <a:ext cx="1539204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b="1" dirty="0"/>
              <a:t>MDV SOLIAM a eu lieu </a:t>
            </a:r>
          </a:p>
          <a:p>
            <a:r>
              <a:rPr lang="fr-FR" sz="1000" b="1" dirty="0">
                <a:solidFill>
                  <a:srgbClr val="CF3187"/>
                </a:solidFill>
              </a:rPr>
              <a:t>13 et 14 juin</a:t>
            </a:r>
          </a:p>
        </p:txBody>
      </p:sp>
      <p:pic>
        <p:nvPicPr>
          <p:cNvPr id="60" name="Graphique 59" descr="Calendrier journalier contour">
            <a:extLst>
              <a:ext uri="{FF2B5EF4-FFF2-40B4-BE49-F238E27FC236}">
                <a16:creationId xmlns:a16="http://schemas.microsoft.com/office/drawing/2014/main" id="{14B6C548-539A-2817-B99D-4E1F5B0310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1054" y="1959682"/>
            <a:ext cx="360000" cy="360000"/>
          </a:xfrm>
          <a:prstGeom prst="rect">
            <a:avLst/>
          </a:prstGeom>
        </p:spPr>
      </p:pic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213413B6-A146-79DD-E16E-0D9F12E07882}"/>
              </a:ext>
            </a:extLst>
          </p:cNvPr>
          <p:cNvCxnSpPr/>
          <p:nvPr/>
        </p:nvCxnSpPr>
        <p:spPr>
          <a:xfrm>
            <a:off x="4804158" y="2339716"/>
            <a:ext cx="2016000" cy="0"/>
          </a:xfrm>
          <a:prstGeom prst="line">
            <a:avLst/>
          </a:prstGeom>
          <a:ln>
            <a:solidFill>
              <a:srgbClr val="CF31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ZoneTexte 62">
            <a:extLst>
              <a:ext uri="{FF2B5EF4-FFF2-40B4-BE49-F238E27FC236}">
                <a16:creationId xmlns:a16="http://schemas.microsoft.com/office/drawing/2014/main" id="{C5527530-1325-3496-8145-6AB5EDB2E0E2}"/>
              </a:ext>
            </a:extLst>
          </p:cNvPr>
          <p:cNvSpPr txBox="1"/>
          <p:nvPr/>
        </p:nvSpPr>
        <p:spPr>
          <a:xfrm>
            <a:off x="5108279" y="2383967"/>
            <a:ext cx="140775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100" b="1" dirty="0"/>
              <a:t>Ouverture de service</a:t>
            </a:r>
          </a:p>
          <a:p>
            <a:r>
              <a:rPr lang="fr-FR" sz="1000" b="1" dirty="0">
                <a:solidFill>
                  <a:srgbClr val="CF3187"/>
                </a:solidFill>
              </a:rPr>
              <a:t>15 juin </a:t>
            </a:r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D675E4D1-9FB8-430C-A113-250C0DEC3D2C}"/>
              </a:ext>
            </a:extLst>
          </p:cNvPr>
          <p:cNvSpPr txBox="1"/>
          <p:nvPr/>
        </p:nvSpPr>
        <p:spPr>
          <a:xfrm>
            <a:off x="5043257" y="3193597"/>
            <a:ext cx="1884716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100" b="1" dirty="0"/>
              <a:t>Situation actuelle</a:t>
            </a:r>
          </a:p>
          <a:p>
            <a:pPr algn="just"/>
            <a:r>
              <a:rPr lang="fr-FR" sz="900" dirty="0"/>
              <a:t>Aucun problème impactant les actes de gestion / stabilisation en finalisation de quelques lenteurs résiduelles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5EBB49D7-90EA-C02A-755E-2F796D20EC17}"/>
              </a:ext>
            </a:extLst>
          </p:cNvPr>
          <p:cNvCxnSpPr/>
          <p:nvPr/>
        </p:nvCxnSpPr>
        <p:spPr>
          <a:xfrm>
            <a:off x="4789646" y="2852193"/>
            <a:ext cx="2016000" cy="0"/>
          </a:xfrm>
          <a:prstGeom prst="line">
            <a:avLst/>
          </a:prstGeom>
          <a:ln>
            <a:solidFill>
              <a:srgbClr val="CF31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7" name="Graphique 66" descr="Fusée contour">
            <a:extLst>
              <a:ext uri="{FF2B5EF4-FFF2-40B4-BE49-F238E27FC236}">
                <a16:creationId xmlns:a16="http://schemas.microsoft.com/office/drawing/2014/main" id="{E0F2BCBC-3973-1D9B-FCBF-41B156147D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41054" y="2451729"/>
            <a:ext cx="360000" cy="360000"/>
          </a:xfrm>
          <a:prstGeom prst="rect">
            <a:avLst/>
          </a:prstGeom>
        </p:spPr>
      </p:pic>
      <p:sp>
        <p:nvSpPr>
          <p:cNvPr id="70" name="Hexagone 69">
            <a:extLst>
              <a:ext uri="{FF2B5EF4-FFF2-40B4-BE49-F238E27FC236}">
                <a16:creationId xmlns:a16="http://schemas.microsoft.com/office/drawing/2014/main" id="{7C71E80B-29B1-BC85-9C8E-878217D3BD29}"/>
              </a:ext>
            </a:extLst>
          </p:cNvPr>
          <p:cNvSpPr/>
          <p:nvPr/>
        </p:nvSpPr>
        <p:spPr>
          <a:xfrm>
            <a:off x="4711074" y="1466864"/>
            <a:ext cx="468000" cy="360000"/>
          </a:xfrm>
          <a:prstGeom prst="hexagon">
            <a:avLst/>
          </a:prstGeom>
          <a:solidFill>
            <a:srgbClr val="CF3187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fr-FR" sz="1400" b="1" dirty="0">
                <a:solidFill>
                  <a:schemeClr val="bg1"/>
                </a:solidFill>
                <a:latin typeface="Verdana" panose="020B0604030504040204" pitchFamily="34" charset="0"/>
                <a:ea typeface="MS Mincho" panose="02020609040205080304" pitchFamily="49" charset="-128"/>
              </a:rPr>
              <a:t>S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C64244F-3634-83F5-DE12-EA2D47A4E119}"/>
              </a:ext>
            </a:extLst>
          </p:cNvPr>
          <p:cNvSpPr/>
          <p:nvPr/>
        </p:nvSpPr>
        <p:spPr>
          <a:xfrm>
            <a:off x="7778832" y="1878652"/>
            <a:ext cx="3104752" cy="4426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fr-FR" sz="800" b="1" dirty="0">
                <a:solidFill>
                  <a:schemeClr val="tx1"/>
                </a:solidFill>
              </a:rPr>
              <a:t>Poursuite de la </a:t>
            </a:r>
            <a:r>
              <a:rPr lang="fr-FR" sz="800" b="1" dirty="0" err="1">
                <a:solidFill>
                  <a:schemeClr val="tx1"/>
                </a:solidFill>
              </a:rPr>
              <a:t>delivery</a:t>
            </a:r>
            <a:r>
              <a:rPr lang="fr-FR" sz="800" b="1" dirty="0">
                <a:solidFill>
                  <a:schemeClr val="tx1"/>
                </a:solidFill>
              </a:rPr>
              <a:t> IT, avec une dynamique positive.</a:t>
            </a:r>
          </a:p>
          <a:p>
            <a:r>
              <a:rPr lang="fr-FR" sz="800" b="1" dirty="0">
                <a:solidFill>
                  <a:schemeClr val="tx1"/>
                </a:solidFill>
              </a:rPr>
              <a:t>Montée en puissance progressive de l’adoption par les métiers.</a:t>
            </a:r>
          </a:p>
        </p:txBody>
      </p:sp>
      <p:grpSp>
        <p:nvGrpSpPr>
          <p:cNvPr id="73" name="Groupe 72">
            <a:extLst>
              <a:ext uri="{FF2B5EF4-FFF2-40B4-BE49-F238E27FC236}">
                <a16:creationId xmlns:a16="http://schemas.microsoft.com/office/drawing/2014/main" id="{0C91CB50-6A15-D003-44E4-1AF09991DF9E}"/>
              </a:ext>
            </a:extLst>
          </p:cNvPr>
          <p:cNvGrpSpPr/>
          <p:nvPr/>
        </p:nvGrpSpPr>
        <p:grpSpPr>
          <a:xfrm>
            <a:off x="7345027" y="1904942"/>
            <a:ext cx="468000" cy="360000"/>
            <a:chOff x="4983812" y="5005384"/>
            <a:chExt cx="1324973" cy="1167677"/>
          </a:xfrm>
          <a:solidFill>
            <a:srgbClr val="F6C3A0"/>
          </a:solidFill>
        </p:grpSpPr>
        <p:pic>
          <p:nvPicPr>
            <p:cNvPr id="74" name="Graphique 73" descr="Engrenage contour">
              <a:extLst>
                <a:ext uri="{FF2B5EF4-FFF2-40B4-BE49-F238E27FC236}">
                  <a16:creationId xmlns:a16="http://schemas.microsoft.com/office/drawing/2014/main" id="{707010E6-2E8C-6B9E-92A6-2341D925B3A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983812" y="5005384"/>
              <a:ext cx="914400" cy="914400"/>
            </a:xfrm>
            <a:prstGeom prst="rect">
              <a:avLst/>
            </a:prstGeom>
          </p:spPr>
        </p:pic>
        <p:pic>
          <p:nvPicPr>
            <p:cNvPr id="76" name="Graphique 75" descr="Engrenages contour">
              <a:extLst>
                <a:ext uri="{FF2B5EF4-FFF2-40B4-BE49-F238E27FC236}">
                  <a16:creationId xmlns:a16="http://schemas.microsoft.com/office/drawing/2014/main" id="{441A30FA-D6DC-15E9-3481-7FF8188D63E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394385" y="5258661"/>
              <a:ext cx="914400" cy="914400"/>
            </a:xfrm>
            <a:prstGeom prst="rect">
              <a:avLst/>
            </a:prstGeom>
          </p:spPr>
        </p:pic>
      </p:grpSp>
      <p:sp>
        <p:nvSpPr>
          <p:cNvPr id="77" name="ZoneTexte 76">
            <a:extLst>
              <a:ext uri="{FF2B5EF4-FFF2-40B4-BE49-F238E27FC236}">
                <a16:creationId xmlns:a16="http://schemas.microsoft.com/office/drawing/2014/main" id="{946852B2-E3A9-9F95-4CB8-0229EE551DE2}"/>
              </a:ext>
            </a:extLst>
          </p:cNvPr>
          <p:cNvSpPr txBox="1"/>
          <p:nvPr/>
        </p:nvSpPr>
        <p:spPr>
          <a:xfrm>
            <a:off x="7563260" y="2452145"/>
            <a:ext cx="3320324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 b="1" dirty="0"/>
              <a:t>Réalisations T3 2026</a:t>
            </a:r>
          </a:p>
          <a:p>
            <a:pPr marL="171450" indent="-17145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fr-FR" sz="800" dirty="0"/>
              <a:t>Collecte des sources de données avec plan batch au quotidien</a:t>
            </a:r>
          </a:p>
          <a:p>
            <a:pPr marL="171450" indent="-17145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fr-FR" sz="800" dirty="0"/>
              <a:t>Améliorations des vues d’exposition</a:t>
            </a:r>
          </a:p>
          <a:p>
            <a:pPr marL="171450" indent="-17145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fr-FR" sz="800" dirty="0"/>
              <a:t>Référentiel enrichi (indices MSCI, Bloomberg, Faircost, Markit)</a:t>
            </a:r>
          </a:p>
          <a:p>
            <a:pPr marL="171450" indent="-17145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fr-FR" sz="800" dirty="0"/>
              <a:t>Export Base XLS et Export ESG Input JUMP</a:t>
            </a:r>
          </a:p>
          <a:p>
            <a:pPr marL="171450" indent="-17145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fr-FR" sz="800" dirty="0"/>
              <a:t>Mise en place de tableau de bord sur la base du HUB AM</a:t>
            </a:r>
          </a:p>
          <a:p>
            <a:pPr marL="171450" indent="-17145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fr-FR" sz="800" dirty="0"/>
              <a:t>Phase pilote 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21C25429-945F-2EC2-B3AB-FADBB8B13721}"/>
              </a:ext>
            </a:extLst>
          </p:cNvPr>
          <p:cNvCxnSpPr>
            <a:cxnSpLocks/>
          </p:cNvCxnSpPr>
          <p:nvPr/>
        </p:nvCxnSpPr>
        <p:spPr>
          <a:xfrm flipV="1">
            <a:off x="7218490" y="2371897"/>
            <a:ext cx="3708000" cy="0"/>
          </a:xfrm>
          <a:prstGeom prst="line">
            <a:avLst/>
          </a:prstGeom>
          <a:ln>
            <a:solidFill>
              <a:srgbClr val="F6C3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81">
            <a:extLst>
              <a:ext uri="{FF2B5EF4-FFF2-40B4-BE49-F238E27FC236}">
                <a16:creationId xmlns:a16="http://schemas.microsoft.com/office/drawing/2014/main" id="{9FD94C0D-13E5-E395-B184-CE93C4FC8B62}"/>
              </a:ext>
            </a:extLst>
          </p:cNvPr>
          <p:cNvCxnSpPr>
            <a:cxnSpLocks/>
          </p:cNvCxnSpPr>
          <p:nvPr/>
        </p:nvCxnSpPr>
        <p:spPr>
          <a:xfrm>
            <a:off x="7218490" y="3442944"/>
            <a:ext cx="3708000" cy="0"/>
          </a:xfrm>
          <a:prstGeom prst="line">
            <a:avLst/>
          </a:prstGeom>
          <a:ln>
            <a:solidFill>
              <a:srgbClr val="F6C3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ZoneTexte 83">
            <a:extLst>
              <a:ext uri="{FF2B5EF4-FFF2-40B4-BE49-F238E27FC236}">
                <a16:creationId xmlns:a16="http://schemas.microsoft.com/office/drawing/2014/main" id="{6D35CD36-EC81-C7CE-22D7-39C21C715A18}"/>
              </a:ext>
            </a:extLst>
          </p:cNvPr>
          <p:cNvSpPr txBox="1"/>
          <p:nvPr/>
        </p:nvSpPr>
        <p:spPr>
          <a:xfrm>
            <a:off x="7563260" y="3439302"/>
            <a:ext cx="3447740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900" b="1" dirty="0"/>
              <a:t>Situation et Axes prioritaires</a:t>
            </a:r>
          </a:p>
          <a:p>
            <a:pPr marL="171450" indent="-17145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fr-FR" sz="800" dirty="0"/>
              <a:t>Accélérer la montée en charge progressive côté métiers</a:t>
            </a:r>
          </a:p>
          <a:p>
            <a:pPr marL="171450" indent="-17145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fr-FR" sz="800" dirty="0"/>
              <a:t>Finaliser la validation des </a:t>
            </a:r>
            <a:r>
              <a:rPr lang="fr-FR" sz="800" dirty="0" err="1"/>
              <a:t>reportings</a:t>
            </a:r>
            <a:r>
              <a:rPr lang="fr-FR" sz="800" dirty="0"/>
              <a:t> prioritaires</a:t>
            </a:r>
          </a:p>
          <a:p>
            <a:pPr marL="171450" indent="-17145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fr-FR" sz="800" dirty="0"/>
              <a:t>Mettre en place le cube DWH et l’outil SAP BO (usage métier)</a:t>
            </a:r>
          </a:p>
          <a:p>
            <a:pPr marL="171450" indent="-171450"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ü"/>
            </a:pPr>
            <a:r>
              <a:rPr lang="fr-FR" sz="800" dirty="0"/>
              <a:t>Poursuivre le décommissionnement des composants Shadow IT</a:t>
            </a:r>
          </a:p>
        </p:txBody>
      </p:sp>
      <p:pic>
        <p:nvPicPr>
          <p:cNvPr id="86" name="Graphique 85" descr="Presse-papiers vérifié contour">
            <a:extLst>
              <a:ext uri="{FF2B5EF4-FFF2-40B4-BE49-F238E27FC236}">
                <a16:creationId xmlns:a16="http://schemas.microsoft.com/office/drawing/2014/main" id="{045A4150-BEA7-4C1D-115E-56B6ECE6AA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75561" y="2480831"/>
            <a:ext cx="360000" cy="360000"/>
          </a:xfrm>
          <a:prstGeom prst="rect">
            <a:avLst/>
          </a:prstGeom>
        </p:spPr>
      </p:pic>
      <p:sp>
        <p:nvSpPr>
          <p:cNvPr id="90" name="Rectangle : coins arrondis 89">
            <a:extLst>
              <a:ext uri="{FF2B5EF4-FFF2-40B4-BE49-F238E27FC236}">
                <a16:creationId xmlns:a16="http://schemas.microsoft.com/office/drawing/2014/main" id="{DB269EEF-956A-37DD-C8C5-459E7F9C3712}"/>
              </a:ext>
            </a:extLst>
          </p:cNvPr>
          <p:cNvSpPr/>
          <p:nvPr/>
        </p:nvSpPr>
        <p:spPr>
          <a:xfrm>
            <a:off x="951746" y="5248683"/>
            <a:ext cx="10067623" cy="811332"/>
          </a:xfrm>
          <a:prstGeom prst="roundRect">
            <a:avLst>
              <a:gd name="adj" fmla="val 7032"/>
            </a:avLst>
          </a:prstGeom>
          <a:solidFill>
            <a:schemeClr val="bg1"/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fr-FR" sz="750" b="1" dirty="0">
                <a:solidFill>
                  <a:schemeClr val="tx1"/>
                </a:solidFill>
                <a:latin typeface="Verdana" panose="020B0604030504040204" pitchFamily="34" charset="0"/>
                <a:ea typeface="MS Mincho" panose="02020609040205080304" pitchFamily="49" charset="-128"/>
              </a:rPr>
              <a:t>   </a:t>
            </a:r>
            <a:endParaRPr lang="fr-FR" sz="750" b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MS Mincho" panose="02020609040205080304" pitchFamily="49" charset="-128"/>
            </a:endParaRP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86FAF8E6-0A50-A851-EE0D-3FF6141E5695}"/>
              </a:ext>
            </a:extLst>
          </p:cNvPr>
          <p:cNvSpPr txBox="1"/>
          <p:nvPr/>
        </p:nvSpPr>
        <p:spPr>
          <a:xfrm>
            <a:off x="943732" y="5258549"/>
            <a:ext cx="2222648" cy="246221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r>
              <a:rPr lang="fr-FR" sz="1000" b="1" dirty="0">
                <a:solidFill>
                  <a:schemeClr val="bg1"/>
                </a:solidFill>
                <a:ea typeface="MS Mincho" panose="02020609040205080304" pitchFamily="49" charset="-128"/>
              </a:rPr>
              <a:t>Décommissionnement du shadow IT</a:t>
            </a:r>
            <a:endParaRPr lang="fr-FR" sz="1000" dirty="0">
              <a:solidFill>
                <a:schemeClr val="bg1"/>
              </a:solidFill>
            </a:endParaRPr>
          </a:p>
        </p:txBody>
      </p:sp>
      <p:sp>
        <p:nvSpPr>
          <p:cNvPr id="92" name="ZoneTexte 91">
            <a:extLst>
              <a:ext uri="{FF2B5EF4-FFF2-40B4-BE49-F238E27FC236}">
                <a16:creationId xmlns:a16="http://schemas.microsoft.com/office/drawing/2014/main" id="{72ACD675-0C35-AEAB-8EEC-E3A82DF16AF2}"/>
              </a:ext>
            </a:extLst>
          </p:cNvPr>
          <p:cNvSpPr txBox="1"/>
          <p:nvPr/>
        </p:nvSpPr>
        <p:spPr>
          <a:xfrm>
            <a:off x="1459976" y="5591922"/>
            <a:ext cx="2063862" cy="230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50" b="1" dirty="0">
                <a:solidFill>
                  <a:schemeClr val="accent1">
                    <a:lumMod val="75000"/>
                  </a:schemeClr>
                </a:solidFill>
              </a:rPr>
              <a:t>Des actions de décommissionnement du shadow IT ont été lancées</a:t>
            </a:r>
          </a:p>
        </p:txBody>
      </p:sp>
      <p:grpSp>
        <p:nvGrpSpPr>
          <p:cNvPr id="94" name="Groupe 93">
            <a:extLst>
              <a:ext uri="{FF2B5EF4-FFF2-40B4-BE49-F238E27FC236}">
                <a16:creationId xmlns:a16="http://schemas.microsoft.com/office/drawing/2014/main" id="{CB0D202A-9502-045A-0686-87FE18211DF9}"/>
              </a:ext>
            </a:extLst>
          </p:cNvPr>
          <p:cNvGrpSpPr/>
          <p:nvPr/>
        </p:nvGrpSpPr>
        <p:grpSpPr>
          <a:xfrm>
            <a:off x="1139104" y="5555825"/>
            <a:ext cx="360000" cy="360000"/>
            <a:chOff x="1243512" y="5926573"/>
            <a:chExt cx="360000" cy="360000"/>
          </a:xfrm>
        </p:grpSpPr>
        <p:pic>
          <p:nvPicPr>
            <p:cNvPr id="95" name="Graphique 94" descr="Répéter contour">
              <a:extLst>
                <a:ext uri="{FF2B5EF4-FFF2-40B4-BE49-F238E27FC236}">
                  <a16:creationId xmlns:a16="http://schemas.microsoft.com/office/drawing/2014/main" id="{47C6F066-4285-2B8E-B116-94BC7568AC6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243512" y="5926573"/>
              <a:ext cx="360000" cy="360000"/>
            </a:xfrm>
            <a:prstGeom prst="rect">
              <a:avLst/>
            </a:prstGeom>
          </p:spPr>
        </p:pic>
        <p:pic>
          <p:nvPicPr>
            <p:cNvPr id="96" name="Graphique 95" descr="Engrenage contour">
              <a:extLst>
                <a:ext uri="{FF2B5EF4-FFF2-40B4-BE49-F238E27FC236}">
                  <a16:creationId xmlns:a16="http://schemas.microsoft.com/office/drawing/2014/main" id="{2111FDC3-4B2F-936D-F456-37A1E1806CA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349436" y="6042507"/>
              <a:ext cx="144000" cy="144000"/>
            </a:xfrm>
            <a:prstGeom prst="rect">
              <a:avLst/>
            </a:prstGeom>
          </p:spPr>
        </p:pic>
      </p:grp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6127AA80-A2C3-772E-00C9-CE0C9C94AF01}"/>
              </a:ext>
            </a:extLst>
          </p:cNvPr>
          <p:cNvCxnSpPr/>
          <p:nvPr/>
        </p:nvCxnSpPr>
        <p:spPr>
          <a:xfrm>
            <a:off x="3549010" y="5398954"/>
            <a:ext cx="0" cy="57600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8" name="Graphique 97" descr="Fermer avec un remplissage uni">
            <a:extLst>
              <a:ext uri="{FF2B5EF4-FFF2-40B4-BE49-F238E27FC236}">
                <a16:creationId xmlns:a16="http://schemas.microsoft.com/office/drawing/2014/main" id="{49394A69-FFED-F759-6AF3-6AEDFA9AFB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36085" y="5331832"/>
            <a:ext cx="99770" cy="49285"/>
          </a:xfrm>
          <a:prstGeom prst="rect">
            <a:avLst/>
          </a:prstGeom>
        </p:spPr>
      </p:pic>
      <p:pic>
        <p:nvPicPr>
          <p:cNvPr id="99" name="Graphique 98" descr="Contour de visage souriant avec un remplissage uni">
            <a:extLst>
              <a:ext uri="{FF2B5EF4-FFF2-40B4-BE49-F238E27FC236}">
                <a16:creationId xmlns:a16="http://schemas.microsoft.com/office/drawing/2014/main" id="{88054AE9-6149-5B08-E43C-5C7EA42941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642825" y="3357756"/>
            <a:ext cx="396000" cy="396000"/>
          </a:xfrm>
          <a:prstGeom prst="rect">
            <a:avLst/>
          </a:prstGeom>
        </p:spPr>
      </p:pic>
      <p:sp>
        <p:nvSpPr>
          <p:cNvPr id="100" name="ZoneTexte 99">
            <a:extLst>
              <a:ext uri="{FF2B5EF4-FFF2-40B4-BE49-F238E27FC236}">
                <a16:creationId xmlns:a16="http://schemas.microsoft.com/office/drawing/2014/main" id="{C273B2DB-FCC1-26B3-AC07-F6E52C5F251F}"/>
              </a:ext>
            </a:extLst>
          </p:cNvPr>
          <p:cNvSpPr txBox="1"/>
          <p:nvPr/>
        </p:nvSpPr>
        <p:spPr>
          <a:xfrm>
            <a:off x="1454414" y="4286456"/>
            <a:ext cx="2684929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dirty="0"/>
              <a:t>Prochaine étape</a:t>
            </a:r>
          </a:p>
          <a:p>
            <a:pPr algn="just"/>
            <a:r>
              <a:rPr lang="fr-FR" sz="800" dirty="0">
                <a:effectLst/>
                <a:latin typeface="Segoe UI" panose="020B0502040204020203" pitchFamily="34" charset="0"/>
              </a:rPr>
              <a:t>Montée de version mineure avec correctifs et améliorations. Recette début septembre, MEP début octobre, avec TNR métier à réaliser.</a:t>
            </a:r>
            <a:endParaRPr lang="fr-FR" sz="800" dirty="0"/>
          </a:p>
        </p:txBody>
      </p:sp>
      <p:cxnSp>
        <p:nvCxnSpPr>
          <p:cNvPr id="101" name="Connecteur droit 100">
            <a:extLst>
              <a:ext uri="{FF2B5EF4-FFF2-40B4-BE49-F238E27FC236}">
                <a16:creationId xmlns:a16="http://schemas.microsoft.com/office/drawing/2014/main" id="{D154D55A-CF54-5CF4-8683-07671035BC4F}"/>
              </a:ext>
            </a:extLst>
          </p:cNvPr>
          <p:cNvCxnSpPr>
            <a:cxnSpLocks/>
          </p:cNvCxnSpPr>
          <p:nvPr/>
        </p:nvCxnSpPr>
        <p:spPr>
          <a:xfrm>
            <a:off x="1180228" y="4220293"/>
            <a:ext cx="2016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" name="Groupe 101">
            <a:extLst>
              <a:ext uri="{FF2B5EF4-FFF2-40B4-BE49-F238E27FC236}">
                <a16:creationId xmlns:a16="http://schemas.microsoft.com/office/drawing/2014/main" id="{F069BD92-ECD8-CB17-E8F1-48059CA657C6}"/>
              </a:ext>
            </a:extLst>
          </p:cNvPr>
          <p:cNvGrpSpPr/>
          <p:nvPr/>
        </p:nvGrpSpPr>
        <p:grpSpPr>
          <a:xfrm>
            <a:off x="1183096" y="4500808"/>
            <a:ext cx="252000" cy="252000"/>
            <a:chOff x="1159243" y="3851727"/>
            <a:chExt cx="330388" cy="360000"/>
          </a:xfrm>
        </p:grpSpPr>
        <p:sp>
          <p:nvSpPr>
            <p:cNvPr id="103" name="Flèche : chevron 102">
              <a:extLst>
                <a:ext uri="{FF2B5EF4-FFF2-40B4-BE49-F238E27FC236}">
                  <a16:creationId xmlns:a16="http://schemas.microsoft.com/office/drawing/2014/main" id="{5BD81909-C841-C385-2D0B-96A6A72F8662}"/>
                </a:ext>
              </a:extLst>
            </p:cNvPr>
            <p:cNvSpPr/>
            <p:nvPr/>
          </p:nvSpPr>
          <p:spPr>
            <a:xfrm>
              <a:off x="1159243" y="3851727"/>
              <a:ext cx="225694" cy="360000"/>
            </a:xfrm>
            <a:prstGeom prst="chevron">
              <a:avLst>
                <a:gd name="adj" fmla="val 100000"/>
              </a:avLst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fr-FR" sz="1400" dirty="0">
                <a:solidFill>
                  <a:schemeClr val="tx1"/>
                </a:solidFill>
                <a:latin typeface="Verdana" panose="020B0604030504040204" pitchFamily="34" charset="0"/>
                <a:ea typeface="MS Mincho" panose="02020609040205080304" pitchFamily="49" charset="-128"/>
              </a:endParaRPr>
            </a:p>
          </p:txBody>
        </p:sp>
        <p:sp>
          <p:nvSpPr>
            <p:cNvPr id="104" name="Flèche : chevron 103">
              <a:extLst>
                <a:ext uri="{FF2B5EF4-FFF2-40B4-BE49-F238E27FC236}">
                  <a16:creationId xmlns:a16="http://schemas.microsoft.com/office/drawing/2014/main" id="{B36324BF-32CD-CB0F-7A62-92BD253797E6}"/>
                </a:ext>
              </a:extLst>
            </p:cNvPr>
            <p:cNvSpPr/>
            <p:nvPr/>
          </p:nvSpPr>
          <p:spPr>
            <a:xfrm>
              <a:off x="1263937" y="3851727"/>
              <a:ext cx="225694" cy="360000"/>
            </a:xfrm>
            <a:prstGeom prst="chevron">
              <a:avLst>
                <a:gd name="adj" fmla="val 100000"/>
              </a:avLst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fr-FR" sz="1400" dirty="0">
                <a:solidFill>
                  <a:schemeClr val="tx1"/>
                </a:solidFill>
                <a:latin typeface="Verdana" panose="020B0604030504040204" pitchFamily="34" charset="0"/>
                <a:ea typeface="MS Mincho" panose="02020609040205080304" pitchFamily="49" charset="-128"/>
              </a:endParaRPr>
            </a:p>
          </p:txBody>
        </p:sp>
      </p:grpSp>
      <p:pic>
        <p:nvPicPr>
          <p:cNvPr id="105" name="Graphique 104" descr="Contour de visage neutre avec un remplissage uni">
            <a:extLst>
              <a:ext uri="{FF2B5EF4-FFF2-40B4-BE49-F238E27FC236}">
                <a16:creationId xmlns:a16="http://schemas.microsoft.com/office/drawing/2014/main" id="{819F31BB-4609-1E9D-F964-7052B42FDD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21026" y="3057148"/>
            <a:ext cx="396000" cy="396000"/>
          </a:xfrm>
          <a:prstGeom prst="rect">
            <a:avLst/>
          </a:prstGeom>
        </p:spPr>
      </p:pic>
      <p:sp>
        <p:nvSpPr>
          <p:cNvPr id="106" name="ZoneTexte 105">
            <a:extLst>
              <a:ext uri="{FF2B5EF4-FFF2-40B4-BE49-F238E27FC236}">
                <a16:creationId xmlns:a16="http://schemas.microsoft.com/office/drawing/2014/main" id="{A3B1B9BB-38EA-E5E0-3608-37AA919E38A9}"/>
              </a:ext>
            </a:extLst>
          </p:cNvPr>
          <p:cNvSpPr txBox="1"/>
          <p:nvPr/>
        </p:nvSpPr>
        <p:spPr>
          <a:xfrm>
            <a:off x="3733872" y="5314990"/>
            <a:ext cx="174443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000" b="1" dirty="0"/>
              <a:t>      API-Alertes-ESG</a:t>
            </a:r>
          </a:p>
          <a:p>
            <a:pPr algn="just"/>
            <a:r>
              <a:rPr lang="fr-FR" sz="1000" b="1" dirty="0"/>
              <a:t>      </a:t>
            </a:r>
            <a:r>
              <a:rPr lang="fr-FR" sz="900" dirty="0">
                <a:solidFill>
                  <a:srgbClr val="00B050"/>
                </a:solidFill>
              </a:rPr>
              <a:t>Décommissionné</a:t>
            </a:r>
            <a:r>
              <a:rPr lang="fr-FR" sz="1000" b="1" dirty="0"/>
              <a:t> </a:t>
            </a:r>
            <a:endParaRPr lang="fr-FR" sz="800" dirty="0">
              <a:solidFill>
                <a:schemeClr val="accent1">
                  <a:lumMod val="75000"/>
                </a:schemeClr>
              </a:solidFill>
            </a:endParaRPr>
          </a:p>
          <a:p>
            <a:pPr algn="just"/>
            <a:r>
              <a:rPr lang="fr-FR" sz="700" dirty="0">
                <a:solidFill>
                  <a:schemeClr val="accent1">
                    <a:lumMod val="75000"/>
                  </a:schemeClr>
                </a:solidFill>
              </a:rPr>
              <a:t>Couvert par une fonctionnalité développé par CGR à partir de Jump et du HUB AM.</a:t>
            </a:r>
          </a:p>
        </p:txBody>
      </p:sp>
      <p:pic>
        <p:nvPicPr>
          <p:cNvPr id="107" name="Graphique 106" descr="Badge Tick1 avec un remplissage uni">
            <a:extLst>
              <a:ext uri="{FF2B5EF4-FFF2-40B4-BE49-F238E27FC236}">
                <a16:creationId xmlns:a16="http://schemas.microsoft.com/office/drawing/2014/main" id="{2D8274CC-148F-5A85-E858-5BB597006B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732680" y="5386774"/>
            <a:ext cx="252000" cy="252000"/>
          </a:xfrm>
          <a:prstGeom prst="rect">
            <a:avLst/>
          </a:prstGeom>
        </p:spPr>
      </p:pic>
      <p:sp>
        <p:nvSpPr>
          <p:cNvPr id="108" name="ZoneTexte 107">
            <a:extLst>
              <a:ext uri="{FF2B5EF4-FFF2-40B4-BE49-F238E27FC236}">
                <a16:creationId xmlns:a16="http://schemas.microsoft.com/office/drawing/2014/main" id="{508D84AF-043C-309B-6101-F98A2A504AED}"/>
              </a:ext>
            </a:extLst>
          </p:cNvPr>
          <p:cNvSpPr txBox="1"/>
          <p:nvPr/>
        </p:nvSpPr>
        <p:spPr>
          <a:xfrm>
            <a:off x="5755524" y="5314990"/>
            <a:ext cx="174443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000" b="1" dirty="0"/>
              <a:t>      API COGNITIVE</a:t>
            </a:r>
          </a:p>
          <a:p>
            <a:pPr algn="just"/>
            <a:r>
              <a:rPr lang="fr-FR" sz="1000" b="1" dirty="0"/>
              <a:t>      </a:t>
            </a:r>
            <a:r>
              <a:rPr lang="fr-FR" sz="900" dirty="0">
                <a:solidFill>
                  <a:srgbClr val="00B050"/>
                </a:solidFill>
              </a:rPr>
              <a:t>Décommissionné</a:t>
            </a:r>
            <a:r>
              <a:rPr lang="fr-FR" sz="1000" b="1" dirty="0"/>
              <a:t> </a:t>
            </a:r>
            <a:endParaRPr lang="fr-FR" sz="8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fr-FR" sz="700" dirty="0">
                <a:solidFill>
                  <a:schemeClr val="accent1">
                    <a:lumMod val="75000"/>
                  </a:schemeClr>
                </a:solidFill>
              </a:rPr>
              <a:t>Couvert par une fonctionnalité </a:t>
            </a:r>
          </a:p>
          <a:p>
            <a:r>
              <a:rPr lang="fr-FR" sz="700" dirty="0">
                <a:solidFill>
                  <a:schemeClr val="accent1">
                    <a:lumMod val="75000"/>
                  </a:schemeClr>
                </a:solidFill>
              </a:rPr>
              <a:t>HUB AM.</a:t>
            </a:r>
          </a:p>
        </p:txBody>
      </p:sp>
      <p:pic>
        <p:nvPicPr>
          <p:cNvPr id="109" name="Graphique 108" descr="Badge Tick1 avec un remplissage uni">
            <a:extLst>
              <a:ext uri="{FF2B5EF4-FFF2-40B4-BE49-F238E27FC236}">
                <a16:creationId xmlns:a16="http://schemas.microsoft.com/office/drawing/2014/main" id="{BDAC9FA1-195A-CD1B-34C5-059BEB7CC3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754332" y="5386774"/>
            <a:ext cx="252000" cy="252000"/>
          </a:xfrm>
          <a:prstGeom prst="rect">
            <a:avLst/>
          </a:prstGeom>
        </p:spPr>
      </p:pic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D720D808-AE92-8D4D-8CAB-C48D83ED5EE8}"/>
              </a:ext>
            </a:extLst>
          </p:cNvPr>
          <p:cNvCxnSpPr/>
          <p:nvPr/>
        </p:nvCxnSpPr>
        <p:spPr>
          <a:xfrm>
            <a:off x="5659683" y="5369379"/>
            <a:ext cx="0" cy="57600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ZoneTexte 110">
            <a:extLst>
              <a:ext uri="{FF2B5EF4-FFF2-40B4-BE49-F238E27FC236}">
                <a16:creationId xmlns:a16="http://schemas.microsoft.com/office/drawing/2014/main" id="{6DA04693-0D34-D1F9-F14B-ABA953C569E7}"/>
              </a:ext>
            </a:extLst>
          </p:cNvPr>
          <p:cNvSpPr txBox="1"/>
          <p:nvPr/>
        </p:nvSpPr>
        <p:spPr>
          <a:xfrm>
            <a:off x="7472412" y="5314990"/>
            <a:ext cx="174443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000" b="1" dirty="0"/>
              <a:t>      API ATTRIB</a:t>
            </a:r>
          </a:p>
          <a:p>
            <a:pPr algn="just"/>
            <a:r>
              <a:rPr lang="fr-FR" sz="1000" b="1" dirty="0">
                <a:solidFill>
                  <a:srgbClr val="EC7728"/>
                </a:solidFill>
              </a:rPr>
              <a:t>      </a:t>
            </a:r>
            <a:r>
              <a:rPr lang="fr-FR" sz="900" dirty="0">
                <a:solidFill>
                  <a:srgbClr val="EC7728"/>
                </a:solidFill>
              </a:rPr>
              <a:t>En étude</a:t>
            </a:r>
            <a:r>
              <a:rPr lang="fr-FR" sz="1000" dirty="0">
                <a:solidFill>
                  <a:srgbClr val="EC7728"/>
                </a:solidFill>
              </a:rPr>
              <a:t>	</a:t>
            </a:r>
            <a:r>
              <a:rPr lang="fr-FR" sz="1000" b="1" dirty="0">
                <a:solidFill>
                  <a:srgbClr val="EC7728"/>
                </a:solidFill>
              </a:rPr>
              <a:t> </a:t>
            </a:r>
            <a:endParaRPr lang="fr-FR" sz="800" dirty="0">
              <a:solidFill>
                <a:srgbClr val="EC7728"/>
              </a:solidFill>
            </a:endParaRPr>
          </a:p>
          <a:p>
            <a:r>
              <a:rPr lang="fr-FR" sz="700" dirty="0">
                <a:solidFill>
                  <a:schemeClr val="accent1">
                    <a:lumMod val="75000"/>
                  </a:schemeClr>
                </a:solidFill>
              </a:rPr>
              <a:t>Couvert par une fonctionnalité </a:t>
            </a:r>
          </a:p>
          <a:p>
            <a:r>
              <a:rPr lang="fr-FR" sz="700" dirty="0">
                <a:solidFill>
                  <a:schemeClr val="accent1">
                    <a:lumMod val="75000"/>
                  </a:schemeClr>
                </a:solidFill>
              </a:rPr>
              <a:t>BBG PORT.</a:t>
            </a:r>
          </a:p>
        </p:txBody>
      </p: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E6B3A9CE-8E28-4E42-D5D1-4582C4CE34CA}"/>
              </a:ext>
            </a:extLst>
          </p:cNvPr>
          <p:cNvCxnSpPr/>
          <p:nvPr/>
        </p:nvCxnSpPr>
        <p:spPr>
          <a:xfrm>
            <a:off x="7376571" y="5362584"/>
            <a:ext cx="0" cy="57600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3" name="Image 112">
            <a:extLst>
              <a:ext uri="{FF2B5EF4-FFF2-40B4-BE49-F238E27FC236}">
                <a16:creationId xmlns:a16="http://schemas.microsoft.com/office/drawing/2014/main" id="{BC5351D0-A449-7709-1934-AC2E0C664549}"/>
              </a:ext>
            </a:extLst>
          </p:cNvPr>
          <p:cNvPicPr>
            <a:picLocks noChangeAspect="1"/>
          </p:cNvPicPr>
          <p:nvPr/>
        </p:nvPicPr>
        <p:blipFill>
          <a:blip r:embed="rId16">
            <a:alphaModFix amt="85000"/>
          </a:blip>
          <a:stretch>
            <a:fillRect/>
          </a:stretch>
        </p:blipFill>
        <p:spPr>
          <a:xfrm>
            <a:off x="7507973" y="5388943"/>
            <a:ext cx="190510" cy="247663"/>
          </a:xfrm>
          <a:prstGeom prst="rect">
            <a:avLst/>
          </a:prstGeom>
        </p:spPr>
      </p:pic>
      <p:sp>
        <p:nvSpPr>
          <p:cNvPr id="114" name="ZoneTexte 113">
            <a:extLst>
              <a:ext uri="{FF2B5EF4-FFF2-40B4-BE49-F238E27FC236}">
                <a16:creationId xmlns:a16="http://schemas.microsoft.com/office/drawing/2014/main" id="{48CAB49C-4D91-7E2A-B0A6-A6538451D6CC}"/>
              </a:ext>
            </a:extLst>
          </p:cNvPr>
          <p:cNvSpPr txBox="1"/>
          <p:nvPr/>
        </p:nvSpPr>
        <p:spPr>
          <a:xfrm>
            <a:off x="8921503" y="5314990"/>
            <a:ext cx="174443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sz="1000" b="1" dirty="0"/>
              <a:t>      API RISK</a:t>
            </a:r>
          </a:p>
          <a:p>
            <a:pPr algn="just"/>
            <a:r>
              <a:rPr lang="fr-FR" sz="1000" b="1" dirty="0"/>
              <a:t>      </a:t>
            </a:r>
            <a:r>
              <a:rPr lang="fr-FR" sz="900" dirty="0">
                <a:solidFill>
                  <a:srgbClr val="EC7728"/>
                </a:solidFill>
              </a:rPr>
              <a:t>En étude</a:t>
            </a:r>
            <a:r>
              <a:rPr lang="fr-FR" sz="1000" dirty="0"/>
              <a:t>	</a:t>
            </a:r>
            <a:r>
              <a:rPr lang="fr-FR" sz="1000" b="1" dirty="0"/>
              <a:t> </a:t>
            </a:r>
            <a:endParaRPr lang="fr-FR" sz="8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fr-FR" sz="700" dirty="0">
                <a:solidFill>
                  <a:schemeClr val="accent1">
                    <a:lumMod val="75000"/>
                  </a:schemeClr>
                </a:solidFill>
              </a:rPr>
              <a:t>Couvert par des fonctionnalités </a:t>
            </a:r>
          </a:p>
          <a:p>
            <a:r>
              <a:rPr lang="fr-FR" sz="700" dirty="0">
                <a:solidFill>
                  <a:schemeClr val="accent1">
                    <a:lumMod val="75000"/>
                  </a:schemeClr>
                </a:solidFill>
              </a:rPr>
              <a:t>BBG PORT et HUB AM.</a:t>
            </a:r>
          </a:p>
        </p:txBody>
      </p:sp>
      <p:cxnSp>
        <p:nvCxnSpPr>
          <p:cNvPr id="115" name="Connecteur droit 114">
            <a:extLst>
              <a:ext uri="{FF2B5EF4-FFF2-40B4-BE49-F238E27FC236}">
                <a16:creationId xmlns:a16="http://schemas.microsoft.com/office/drawing/2014/main" id="{38D3556E-AE40-9466-5ACF-B394A603DA89}"/>
              </a:ext>
            </a:extLst>
          </p:cNvPr>
          <p:cNvCxnSpPr/>
          <p:nvPr/>
        </p:nvCxnSpPr>
        <p:spPr>
          <a:xfrm>
            <a:off x="8825662" y="5384003"/>
            <a:ext cx="0" cy="576000"/>
          </a:xfrm>
          <a:prstGeom prst="line">
            <a:avLst/>
          </a:prstGeom>
          <a:ln w="95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6" name="Image 115">
            <a:extLst>
              <a:ext uri="{FF2B5EF4-FFF2-40B4-BE49-F238E27FC236}">
                <a16:creationId xmlns:a16="http://schemas.microsoft.com/office/drawing/2014/main" id="{B8EE96F7-7BD3-2497-70FC-6FC497AB9370}"/>
              </a:ext>
            </a:extLst>
          </p:cNvPr>
          <p:cNvPicPr>
            <a:picLocks noChangeAspect="1"/>
          </p:cNvPicPr>
          <p:nvPr/>
        </p:nvPicPr>
        <p:blipFill>
          <a:blip r:embed="rId16">
            <a:alphaModFix amt="85000"/>
          </a:blip>
          <a:stretch>
            <a:fillRect/>
          </a:stretch>
        </p:blipFill>
        <p:spPr>
          <a:xfrm>
            <a:off x="8957064" y="5388943"/>
            <a:ext cx="190510" cy="247663"/>
          </a:xfrm>
          <a:prstGeom prst="rect">
            <a:avLst/>
          </a:prstGeom>
        </p:spPr>
      </p:pic>
      <p:grpSp>
        <p:nvGrpSpPr>
          <p:cNvPr id="117" name="Groupe 116">
            <a:extLst>
              <a:ext uri="{FF2B5EF4-FFF2-40B4-BE49-F238E27FC236}">
                <a16:creationId xmlns:a16="http://schemas.microsoft.com/office/drawing/2014/main" id="{DFF243BE-3421-C2F9-FA16-6EFEE3A5005A}"/>
              </a:ext>
            </a:extLst>
          </p:cNvPr>
          <p:cNvGrpSpPr/>
          <p:nvPr/>
        </p:nvGrpSpPr>
        <p:grpSpPr>
          <a:xfrm>
            <a:off x="10341901" y="5356108"/>
            <a:ext cx="1172263" cy="473817"/>
            <a:chOff x="10509957" y="4640040"/>
            <a:chExt cx="1172263" cy="473817"/>
          </a:xfrm>
        </p:grpSpPr>
        <p:pic>
          <p:nvPicPr>
            <p:cNvPr id="118" name="Image 117">
              <a:extLst>
                <a:ext uri="{FF2B5EF4-FFF2-40B4-BE49-F238E27FC236}">
                  <a16:creationId xmlns:a16="http://schemas.microsoft.com/office/drawing/2014/main" id="{6B999A44-62DC-1AF7-573B-6CE5131836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alphaModFix amt="85000"/>
            </a:blip>
            <a:stretch>
              <a:fillRect/>
            </a:stretch>
          </p:blipFill>
          <p:spPr>
            <a:xfrm>
              <a:off x="10605320" y="4698436"/>
              <a:ext cx="190510" cy="247663"/>
            </a:xfrm>
            <a:prstGeom prst="rect">
              <a:avLst/>
            </a:prstGeom>
          </p:spPr>
        </p:pic>
        <p:pic>
          <p:nvPicPr>
            <p:cNvPr id="119" name="Graphique 118" descr="Loupe avec un remplissage uni">
              <a:extLst>
                <a:ext uri="{FF2B5EF4-FFF2-40B4-BE49-F238E27FC236}">
                  <a16:creationId xmlns:a16="http://schemas.microsoft.com/office/drawing/2014/main" id="{BC1727DA-576D-5BE4-98D6-0ECB98701F2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09957" y="4640040"/>
              <a:ext cx="473817" cy="473817"/>
            </a:xfrm>
            <a:prstGeom prst="rect">
              <a:avLst/>
            </a:prstGeom>
          </p:spPr>
        </p:pic>
        <p:sp>
          <p:nvSpPr>
            <p:cNvPr id="120" name="ZoneTexte 119">
              <a:extLst>
                <a:ext uri="{FF2B5EF4-FFF2-40B4-BE49-F238E27FC236}">
                  <a16:creationId xmlns:a16="http://schemas.microsoft.com/office/drawing/2014/main" id="{96D33426-56F4-9CEE-C51D-7182DF15142A}"/>
                </a:ext>
              </a:extLst>
            </p:cNvPr>
            <p:cNvSpPr txBox="1"/>
            <p:nvPr/>
          </p:nvSpPr>
          <p:spPr>
            <a:xfrm>
              <a:off x="10784217" y="4780171"/>
              <a:ext cx="89800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800" dirty="0">
                  <a:solidFill>
                    <a:schemeClr val="accent1"/>
                  </a:solidFill>
                </a:rPr>
                <a:t>Zoom slide dédié</a:t>
              </a:r>
            </a:p>
          </p:txBody>
        </p:sp>
      </p:grpSp>
      <p:grpSp>
        <p:nvGrpSpPr>
          <p:cNvPr id="121" name="Groupe 120">
            <a:extLst>
              <a:ext uri="{FF2B5EF4-FFF2-40B4-BE49-F238E27FC236}">
                <a16:creationId xmlns:a16="http://schemas.microsoft.com/office/drawing/2014/main" id="{7ECB5D8B-E855-FF2C-27C7-78F7D340B612}"/>
              </a:ext>
            </a:extLst>
          </p:cNvPr>
          <p:cNvGrpSpPr/>
          <p:nvPr/>
        </p:nvGrpSpPr>
        <p:grpSpPr>
          <a:xfrm>
            <a:off x="3029979" y="4218807"/>
            <a:ext cx="1080000" cy="396000"/>
            <a:chOff x="10509957" y="4640040"/>
            <a:chExt cx="1149824" cy="473817"/>
          </a:xfrm>
        </p:grpSpPr>
        <p:pic>
          <p:nvPicPr>
            <p:cNvPr id="122" name="Graphique 121" descr="Loupe avec un remplissage uni">
              <a:extLst>
                <a:ext uri="{FF2B5EF4-FFF2-40B4-BE49-F238E27FC236}">
                  <a16:creationId xmlns:a16="http://schemas.microsoft.com/office/drawing/2014/main" id="{C4D018D3-381D-A246-5858-F7878CCFE5C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09957" y="4640040"/>
              <a:ext cx="473817" cy="473817"/>
            </a:xfrm>
            <a:prstGeom prst="rect">
              <a:avLst/>
            </a:prstGeom>
          </p:spPr>
        </p:pic>
        <p:sp>
          <p:nvSpPr>
            <p:cNvPr id="123" name="ZoneTexte 122">
              <a:extLst>
                <a:ext uri="{FF2B5EF4-FFF2-40B4-BE49-F238E27FC236}">
                  <a16:creationId xmlns:a16="http://schemas.microsoft.com/office/drawing/2014/main" id="{5B35BA18-CAC7-BFEE-25AE-CC1530B3104C}"/>
                </a:ext>
              </a:extLst>
            </p:cNvPr>
            <p:cNvSpPr txBox="1"/>
            <p:nvPr/>
          </p:nvSpPr>
          <p:spPr>
            <a:xfrm>
              <a:off x="10761778" y="4782049"/>
              <a:ext cx="89800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800" dirty="0">
                  <a:solidFill>
                    <a:schemeClr val="accent1"/>
                  </a:solidFill>
                </a:rPr>
                <a:t>Zoom slide dédié</a:t>
              </a:r>
            </a:p>
          </p:txBody>
        </p:sp>
      </p:grpSp>
      <p:grpSp>
        <p:nvGrpSpPr>
          <p:cNvPr id="124" name="Groupe 123">
            <a:extLst>
              <a:ext uri="{FF2B5EF4-FFF2-40B4-BE49-F238E27FC236}">
                <a16:creationId xmlns:a16="http://schemas.microsoft.com/office/drawing/2014/main" id="{4E6D49E4-1E66-880A-B839-76FB3675C589}"/>
              </a:ext>
            </a:extLst>
          </p:cNvPr>
          <p:cNvGrpSpPr/>
          <p:nvPr/>
        </p:nvGrpSpPr>
        <p:grpSpPr>
          <a:xfrm>
            <a:off x="9846412" y="1466864"/>
            <a:ext cx="1116000" cy="396000"/>
            <a:chOff x="10509957" y="4640040"/>
            <a:chExt cx="1169452" cy="473817"/>
          </a:xfrm>
        </p:grpSpPr>
        <p:pic>
          <p:nvPicPr>
            <p:cNvPr id="125" name="Graphique 124" descr="Loupe avec un remplissage uni">
              <a:extLst>
                <a:ext uri="{FF2B5EF4-FFF2-40B4-BE49-F238E27FC236}">
                  <a16:creationId xmlns:a16="http://schemas.microsoft.com/office/drawing/2014/main" id="{B0FF6370-C116-0C6C-66B0-A04B7D166CE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09957" y="4640040"/>
              <a:ext cx="473817" cy="473817"/>
            </a:xfrm>
            <a:prstGeom prst="rect">
              <a:avLst/>
            </a:prstGeom>
          </p:spPr>
        </p:pic>
        <p:sp>
          <p:nvSpPr>
            <p:cNvPr id="126" name="ZoneTexte 125">
              <a:extLst>
                <a:ext uri="{FF2B5EF4-FFF2-40B4-BE49-F238E27FC236}">
                  <a16:creationId xmlns:a16="http://schemas.microsoft.com/office/drawing/2014/main" id="{4E109246-846C-0FE3-80BC-3B7ABFDD02A2}"/>
                </a:ext>
              </a:extLst>
            </p:cNvPr>
            <p:cNvSpPr txBox="1"/>
            <p:nvPr/>
          </p:nvSpPr>
          <p:spPr>
            <a:xfrm>
              <a:off x="10781406" y="4773485"/>
              <a:ext cx="89800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800" dirty="0">
                  <a:solidFill>
                    <a:schemeClr val="accent1"/>
                  </a:solidFill>
                </a:rPr>
                <a:t>Zoom slide dédié</a:t>
              </a:r>
            </a:p>
          </p:txBody>
        </p:sp>
      </p:grpSp>
      <p:pic>
        <p:nvPicPr>
          <p:cNvPr id="128" name="Graphique 127" descr="Contour de visage souriant avec un remplissage uni">
            <a:extLst>
              <a:ext uri="{FF2B5EF4-FFF2-40B4-BE49-F238E27FC236}">
                <a16:creationId xmlns:a16="http://schemas.microsoft.com/office/drawing/2014/main" id="{565BFA59-94CE-B369-D1FE-F665AD63DA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239594" y="3542602"/>
            <a:ext cx="396000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693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DDAAC-A945-DE8D-2D35-46AE18F96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B5E0BC2B-4B21-5D84-0E8E-574FD0292E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46294" y="4601357"/>
            <a:ext cx="5883634" cy="590931"/>
          </a:xfrm>
        </p:spPr>
        <p:txBody>
          <a:bodyPr/>
          <a:lstStyle/>
          <a:p>
            <a:r>
              <a:rPr lang="fr-FR" dirty="0"/>
              <a:t>Point de situation JUMP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3E573E1E-10FD-148C-A470-CC775C61E3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0B9D9B-824C-437E-B87C-640CB12706FF}" type="slidenum">
              <a:rPr lang="fr-FR" smtClean="0"/>
              <a:pPr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67106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78481-3E0C-C867-146B-3B93889AA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5">
            <a:extLst>
              <a:ext uri="{FF2B5EF4-FFF2-40B4-BE49-F238E27FC236}">
                <a16:creationId xmlns:a16="http://schemas.microsoft.com/office/drawing/2014/main" id="{68B4B4BC-4069-FCB1-E21F-747B16A6CF0F}"/>
              </a:ext>
            </a:extLst>
          </p:cNvPr>
          <p:cNvSpPr/>
          <p:nvPr/>
        </p:nvSpPr>
        <p:spPr>
          <a:xfrm>
            <a:off x="779977" y="1419430"/>
            <a:ext cx="10338104" cy="648411"/>
          </a:xfrm>
          <a:prstGeom prst="roundRect">
            <a:avLst>
              <a:gd name="adj" fmla="val 8889"/>
            </a:avLst>
          </a:prstGeom>
          <a:solidFill>
            <a:srgbClr val="F4F5F7"/>
          </a:solidFill>
          <a:ln w="12700">
            <a:solidFill>
              <a:srgbClr val="D9DCE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04BB9BD1-6C1A-CAE0-F0D0-EB46A7E39EE6}"/>
              </a:ext>
            </a:extLst>
          </p:cNvPr>
          <p:cNvSpPr/>
          <p:nvPr/>
        </p:nvSpPr>
        <p:spPr>
          <a:xfrm>
            <a:off x="1080005" y="1499119"/>
            <a:ext cx="480045" cy="489066"/>
          </a:xfrm>
          <a:prstGeom prst="ellipse">
            <a:avLst/>
          </a:prstGeom>
          <a:solidFill>
            <a:srgbClr val="E4E9F5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6" name="Image 0" descr="target.png">
            <a:extLst>
              <a:ext uri="{FF2B5EF4-FFF2-40B4-BE49-F238E27FC236}">
                <a16:creationId xmlns:a16="http://schemas.microsoft.com/office/drawing/2014/main" id="{3C2AF808-2DD8-3AE2-F9F5-0CD27FC75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4300" y="1595185"/>
            <a:ext cx="291456" cy="296933"/>
          </a:xfrm>
          <a:prstGeom prst="rect">
            <a:avLst/>
          </a:prstGeom>
        </p:spPr>
      </p:pic>
      <p:sp>
        <p:nvSpPr>
          <p:cNvPr id="19" name="Text 7">
            <a:extLst>
              <a:ext uri="{FF2B5EF4-FFF2-40B4-BE49-F238E27FC236}">
                <a16:creationId xmlns:a16="http://schemas.microsoft.com/office/drawing/2014/main" id="{E0A17394-E588-A6EA-07A4-F7269FFCEFED}"/>
              </a:ext>
            </a:extLst>
          </p:cNvPr>
          <p:cNvSpPr/>
          <p:nvPr/>
        </p:nvSpPr>
        <p:spPr>
          <a:xfrm>
            <a:off x="1697205" y="1472919"/>
            <a:ext cx="2657390" cy="2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2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</a:t>
            </a:r>
            <a:endParaRPr lang="fr-FR" sz="1000" noProof="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8B68E377-8210-5E96-980E-0B499A1B980B}"/>
              </a:ext>
            </a:extLst>
          </p:cNvPr>
          <p:cNvSpPr/>
          <p:nvPr/>
        </p:nvSpPr>
        <p:spPr>
          <a:xfrm>
            <a:off x="1697205" y="1658060"/>
            <a:ext cx="2828834" cy="305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2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MEP mi-octobre 2026</a:t>
            </a:r>
            <a:endParaRPr lang="fr-FR" sz="1000" noProof="0" dirty="0"/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DFE0874B-9FA3-652E-EC34-B6DF6C10AC62}"/>
              </a:ext>
            </a:extLst>
          </p:cNvPr>
          <p:cNvSpPr/>
          <p:nvPr/>
        </p:nvSpPr>
        <p:spPr>
          <a:xfrm>
            <a:off x="4380312" y="1386642"/>
            <a:ext cx="0" cy="576399"/>
          </a:xfrm>
          <a:prstGeom prst="line">
            <a:avLst/>
          </a:prstGeom>
          <a:noFill/>
          <a:ln w="12700">
            <a:solidFill>
              <a:srgbClr val="D9DCE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E3E9E7D4-178E-4E08-04F8-88ABF14D3471}"/>
              </a:ext>
            </a:extLst>
          </p:cNvPr>
          <p:cNvSpPr/>
          <p:nvPr/>
        </p:nvSpPr>
        <p:spPr>
          <a:xfrm>
            <a:off x="4680340" y="1499119"/>
            <a:ext cx="480045" cy="489066"/>
          </a:xfrm>
          <a:prstGeom prst="ellipse">
            <a:avLst/>
          </a:prstGeom>
          <a:solidFill>
            <a:srgbClr val="E4E9F5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7" name="Image 1" descr="calendar.png">
            <a:extLst>
              <a:ext uri="{FF2B5EF4-FFF2-40B4-BE49-F238E27FC236}">
                <a16:creationId xmlns:a16="http://schemas.microsoft.com/office/drawing/2014/main" id="{40B14637-CBC2-3169-174C-C830078C2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4634" y="1595185"/>
            <a:ext cx="291456" cy="296933"/>
          </a:xfrm>
          <a:prstGeom prst="rect">
            <a:avLst/>
          </a:prstGeom>
        </p:spPr>
      </p:pic>
      <p:sp>
        <p:nvSpPr>
          <p:cNvPr id="30" name="Text 11">
            <a:extLst>
              <a:ext uri="{FF2B5EF4-FFF2-40B4-BE49-F238E27FC236}">
                <a16:creationId xmlns:a16="http://schemas.microsoft.com/office/drawing/2014/main" id="{D77D4458-A84B-533D-7F01-76919A8A15C3}"/>
              </a:ext>
            </a:extLst>
          </p:cNvPr>
          <p:cNvSpPr/>
          <p:nvPr/>
        </p:nvSpPr>
        <p:spPr>
          <a:xfrm>
            <a:off x="5297540" y="1472919"/>
            <a:ext cx="2657390" cy="2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2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</a:t>
            </a:r>
            <a:endParaRPr lang="fr-FR" sz="1000" noProof="0" dirty="0"/>
          </a:p>
        </p:txBody>
      </p:sp>
      <p:sp>
        <p:nvSpPr>
          <p:cNvPr id="33" name="Text 12">
            <a:extLst>
              <a:ext uri="{FF2B5EF4-FFF2-40B4-BE49-F238E27FC236}">
                <a16:creationId xmlns:a16="http://schemas.microsoft.com/office/drawing/2014/main" id="{A1F76CEB-2551-8E07-1540-9E3331654297}"/>
              </a:ext>
            </a:extLst>
          </p:cNvPr>
          <p:cNvSpPr/>
          <p:nvPr/>
        </p:nvSpPr>
        <p:spPr>
          <a:xfrm>
            <a:off x="5291998" y="1658060"/>
            <a:ext cx="2828834" cy="305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2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TNR septembre 2026</a:t>
            </a:r>
            <a:endParaRPr lang="fr-FR" sz="1000" noProof="0" dirty="0"/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17B968C5-6D27-2D0B-B6AB-A58575780F6B}"/>
              </a:ext>
            </a:extLst>
          </p:cNvPr>
          <p:cNvSpPr/>
          <p:nvPr/>
        </p:nvSpPr>
        <p:spPr>
          <a:xfrm>
            <a:off x="7980647" y="1386642"/>
            <a:ext cx="0" cy="576399"/>
          </a:xfrm>
          <a:prstGeom prst="line">
            <a:avLst/>
          </a:prstGeom>
          <a:noFill/>
          <a:ln w="12700">
            <a:solidFill>
              <a:srgbClr val="D9DCE3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8" name="Shape 14">
            <a:extLst>
              <a:ext uri="{FF2B5EF4-FFF2-40B4-BE49-F238E27FC236}">
                <a16:creationId xmlns:a16="http://schemas.microsoft.com/office/drawing/2014/main" id="{0737A7E4-2447-C67F-1718-6C0942266458}"/>
              </a:ext>
            </a:extLst>
          </p:cNvPr>
          <p:cNvSpPr/>
          <p:nvPr/>
        </p:nvSpPr>
        <p:spPr>
          <a:xfrm>
            <a:off x="8280674" y="1499119"/>
            <a:ext cx="480045" cy="489066"/>
          </a:xfrm>
          <a:prstGeom prst="ellipse">
            <a:avLst/>
          </a:prstGeom>
          <a:solidFill>
            <a:srgbClr val="FDE6D4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1" name="Shape 15">
            <a:extLst>
              <a:ext uri="{FF2B5EF4-FFF2-40B4-BE49-F238E27FC236}">
                <a16:creationId xmlns:a16="http://schemas.microsoft.com/office/drawing/2014/main" id="{9134BEAF-345F-9F03-18B0-C6CCB3070075}"/>
              </a:ext>
            </a:extLst>
          </p:cNvPr>
          <p:cNvSpPr/>
          <p:nvPr/>
        </p:nvSpPr>
        <p:spPr>
          <a:xfrm>
            <a:off x="8443547" y="1665052"/>
            <a:ext cx="154300" cy="157200"/>
          </a:xfrm>
          <a:prstGeom prst="ellipse">
            <a:avLst/>
          </a:prstGeom>
          <a:solidFill>
            <a:srgbClr val="F07D22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BB4A77A6-39EA-D1CD-3884-837890E28D7B}"/>
              </a:ext>
            </a:extLst>
          </p:cNvPr>
          <p:cNvSpPr/>
          <p:nvPr/>
        </p:nvSpPr>
        <p:spPr>
          <a:xfrm>
            <a:off x="8837869" y="1472919"/>
            <a:ext cx="2314501" cy="2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2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</a:t>
            </a:r>
            <a:endParaRPr lang="fr-FR" sz="1000" noProof="0" dirty="0"/>
          </a:p>
        </p:txBody>
      </p:sp>
      <p:sp>
        <p:nvSpPr>
          <p:cNvPr id="48" name="Shape 18">
            <a:extLst>
              <a:ext uri="{FF2B5EF4-FFF2-40B4-BE49-F238E27FC236}">
                <a16:creationId xmlns:a16="http://schemas.microsoft.com/office/drawing/2014/main" id="{323F0C8D-21A5-3C89-2D2E-A1AB0368FB50}"/>
              </a:ext>
            </a:extLst>
          </p:cNvPr>
          <p:cNvSpPr/>
          <p:nvPr/>
        </p:nvSpPr>
        <p:spPr>
          <a:xfrm>
            <a:off x="779977" y="2242507"/>
            <a:ext cx="3272400" cy="436666"/>
          </a:xfrm>
          <a:prstGeom prst="rect">
            <a:avLst/>
          </a:prstGeom>
          <a:solidFill>
            <a:srgbClr val="1B2E6B"/>
          </a:solidFill>
          <a:ln w="19050">
            <a:solidFill>
              <a:schemeClr val="tx2"/>
            </a:solidFill>
          </a:ln>
        </p:spPr>
        <p:txBody>
          <a:bodyPr/>
          <a:lstStyle/>
          <a:p>
            <a:endParaRPr lang="fr-FR" sz="1000" noProof="0" dirty="0"/>
          </a:p>
        </p:txBody>
      </p:sp>
      <p:pic>
        <p:nvPicPr>
          <p:cNvPr id="50" name="Image 2" descr="target.png">
            <a:extLst>
              <a:ext uri="{FF2B5EF4-FFF2-40B4-BE49-F238E27FC236}">
                <a16:creationId xmlns:a16="http://schemas.microsoft.com/office/drawing/2014/main" id="{15153CC9-7BED-052D-5140-BFB40B74C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277" y="2338574"/>
            <a:ext cx="240022" cy="244533"/>
          </a:xfrm>
          <a:prstGeom prst="rect">
            <a:avLst/>
          </a:prstGeom>
        </p:spPr>
      </p:pic>
      <p:sp>
        <p:nvSpPr>
          <p:cNvPr id="52" name="Text 19">
            <a:extLst>
              <a:ext uri="{FF2B5EF4-FFF2-40B4-BE49-F238E27FC236}">
                <a16:creationId xmlns:a16="http://schemas.microsoft.com/office/drawing/2014/main" id="{FC2DF159-4003-312B-1248-31893EF67646}"/>
              </a:ext>
            </a:extLst>
          </p:cNvPr>
          <p:cNvSpPr/>
          <p:nvPr/>
        </p:nvSpPr>
        <p:spPr>
          <a:xfrm>
            <a:off x="1277166" y="2242507"/>
            <a:ext cx="2708823" cy="43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</a:t>
            </a:r>
            <a:endParaRPr lang="fr-FR" sz="1000" noProof="0" dirty="0"/>
          </a:p>
        </p:txBody>
      </p:sp>
      <p:sp>
        <p:nvSpPr>
          <p:cNvPr id="54" name="Shape 20">
            <a:extLst>
              <a:ext uri="{FF2B5EF4-FFF2-40B4-BE49-F238E27FC236}">
                <a16:creationId xmlns:a16="http://schemas.microsoft.com/office/drawing/2014/main" id="{2147EA87-1EBC-A972-EADD-CF9E94FE4AEB}"/>
              </a:ext>
            </a:extLst>
          </p:cNvPr>
          <p:cNvSpPr/>
          <p:nvPr/>
        </p:nvSpPr>
        <p:spPr>
          <a:xfrm>
            <a:off x="779977" y="2679173"/>
            <a:ext cx="3273645" cy="1554531"/>
          </a:xfrm>
          <a:prstGeom prst="rect">
            <a:avLst/>
          </a:prstGeom>
          <a:solidFill>
            <a:srgbClr val="FFFFFF"/>
          </a:solidFill>
          <a:ln w="15875">
            <a:solidFill>
              <a:srgbClr val="1B2E6B"/>
            </a:solidFill>
            <a:prstDash val="solid"/>
          </a:ln>
        </p:spPr>
        <p:txBody>
          <a:bodyPr/>
          <a:lstStyle/>
          <a:p>
            <a:endParaRPr lang="fr-FR" sz="1000" noProof="0" dirty="0"/>
          </a:p>
        </p:txBody>
      </p:sp>
      <p:sp>
        <p:nvSpPr>
          <p:cNvPr id="56" name="Shape 21">
            <a:extLst>
              <a:ext uri="{FF2B5EF4-FFF2-40B4-BE49-F238E27FC236}">
                <a16:creationId xmlns:a16="http://schemas.microsoft.com/office/drawing/2014/main" id="{33BD1A8A-8061-E921-3668-1E48D71CEE8E}"/>
              </a:ext>
            </a:extLst>
          </p:cNvPr>
          <p:cNvSpPr/>
          <p:nvPr/>
        </p:nvSpPr>
        <p:spPr>
          <a:xfrm>
            <a:off x="917133" y="2707556"/>
            <a:ext cx="325745" cy="331866"/>
          </a:xfrm>
          <a:prstGeom prst="ellipse">
            <a:avLst/>
          </a:prstGeom>
          <a:solidFill>
            <a:srgbClr val="1B2E6B"/>
          </a:solidFill>
          <a:ln/>
        </p:spPr>
        <p:txBody>
          <a:bodyPr/>
          <a:lstStyle/>
          <a:p>
            <a:endParaRPr lang="fr-FR" sz="1000" noProof="0" dirty="0"/>
          </a:p>
        </p:txBody>
      </p:sp>
      <p:pic>
        <p:nvPicPr>
          <p:cNvPr id="58" name="Image 3" descr="tools.png">
            <a:extLst>
              <a:ext uri="{FF2B5EF4-FFF2-40B4-BE49-F238E27FC236}">
                <a16:creationId xmlns:a16="http://schemas.microsoft.com/office/drawing/2014/main" id="{05D3B3C7-BBFB-9678-2A54-7971D36E9C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283" y="2786156"/>
            <a:ext cx="171445" cy="174666"/>
          </a:xfrm>
          <a:prstGeom prst="rect">
            <a:avLst/>
          </a:prstGeom>
        </p:spPr>
      </p:pic>
      <p:sp>
        <p:nvSpPr>
          <p:cNvPr id="60" name="Text 22">
            <a:extLst>
              <a:ext uri="{FF2B5EF4-FFF2-40B4-BE49-F238E27FC236}">
                <a16:creationId xmlns:a16="http://schemas.microsoft.com/office/drawing/2014/main" id="{26178909-FAFE-AA20-E812-9713BA8D50BB}"/>
              </a:ext>
            </a:extLst>
          </p:cNvPr>
          <p:cNvSpPr/>
          <p:nvPr/>
        </p:nvSpPr>
        <p:spPr>
          <a:xfrm>
            <a:off x="1362889" y="2705373"/>
            <a:ext cx="2580240" cy="336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Corriger les anomalies critiques post-MDV</a:t>
            </a:r>
            <a:endParaRPr lang="fr-FR" sz="1000" noProof="0" dirty="0"/>
          </a:p>
        </p:txBody>
      </p:sp>
      <p:sp>
        <p:nvSpPr>
          <p:cNvPr id="62" name="Shape 23">
            <a:extLst>
              <a:ext uri="{FF2B5EF4-FFF2-40B4-BE49-F238E27FC236}">
                <a16:creationId xmlns:a16="http://schemas.microsoft.com/office/drawing/2014/main" id="{EA1D6883-BFA0-3109-D1C3-F94E92C8757B}"/>
              </a:ext>
            </a:extLst>
          </p:cNvPr>
          <p:cNvSpPr/>
          <p:nvPr/>
        </p:nvSpPr>
        <p:spPr>
          <a:xfrm>
            <a:off x="908561" y="3067806"/>
            <a:ext cx="3051712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fr-FR" sz="1000" noProof="0" dirty="0"/>
          </a:p>
        </p:txBody>
      </p:sp>
      <p:sp>
        <p:nvSpPr>
          <p:cNvPr id="64" name="Shape 24">
            <a:extLst>
              <a:ext uri="{FF2B5EF4-FFF2-40B4-BE49-F238E27FC236}">
                <a16:creationId xmlns:a16="http://schemas.microsoft.com/office/drawing/2014/main" id="{A2B55BA3-669D-914B-D949-E4E5FDB76E76}"/>
              </a:ext>
            </a:extLst>
          </p:cNvPr>
          <p:cNvSpPr/>
          <p:nvPr/>
        </p:nvSpPr>
        <p:spPr>
          <a:xfrm>
            <a:off x="917133" y="3096189"/>
            <a:ext cx="325745" cy="331866"/>
          </a:xfrm>
          <a:prstGeom prst="ellipse">
            <a:avLst/>
          </a:prstGeom>
          <a:solidFill>
            <a:srgbClr val="1B2E6B"/>
          </a:solidFill>
          <a:ln/>
        </p:spPr>
        <p:txBody>
          <a:bodyPr/>
          <a:lstStyle/>
          <a:p>
            <a:endParaRPr lang="fr-FR" sz="1000" noProof="0" dirty="0"/>
          </a:p>
        </p:txBody>
      </p:sp>
      <p:pic>
        <p:nvPicPr>
          <p:cNvPr id="66" name="Image 4" descr="shield.png">
            <a:extLst>
              <a:ext uri="{FF2B5EF4-FFF2-40B4-BE49-F238E27FC236}">
                <a16:creationId xmlns:a16="http://schemas.microsoft.com/office/drawing/2014/main" id="{C626FF57-DB49-79BF-A772-5ABD30C34F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283" y="3174789"/>
            <a:ext cx="171445" cy="174666"/>
          </a:xfrm>
          <a:prstGeom prst="rect">
            <a:avLst/>
          </a:prstGeom>
        </p:spPr>
      </p:pic>
      <p:sp>
        <p:nvSpPr>
          <p:cNvPr id="68" name="Text 25">
            <a:extLst>
              <a:ext uri="{FF2B5EF4-FFF2-40B4-BE49-F238E27FC236}">
                <a16:creationId xmlns:a16="http://schemas.microsoft.com/office/drawing/2014/main" id="{D71EC15F-D56F-7499-C0A4-D0F3F7544C46}"/>
              </a:ext>
            </a:extLst>
          </p:cNvPr>
          <p:cNvSpPr/>
          <p:nvPr/>
        </p:nvSpPr>
        <p:spPr>
          <a:xfrm>
            <a:off x="1362889" y="3094006"/>
            <a:ext cx="2580240" cy="336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Stabiliser la plateforme</a:t>
            </a:r>
            <a:endParaRPr lang="fr-FR" sz="1000" noProof="0" dirty="0"/>
          </a:p>
        </p:txBody>
      </p:sp>
      <p:sp>
        <p:nvSpPr>
          <p:cNvPr id="70" name="Shape 26">
            <a:extLst>
              <a:ext uri="{FF2B5EF4-FFF2-40B4-BE49-F238E27FC236}">
                <a16:creationId xmlns:a16="http://schemas.microsoft.com/office/drawing/2014/main" id="{5859236B-8ED1-461A-1EEA-D20D91AABB9A}"/>
              </a:ext>
            </a:extLst>
          </p:cNvPr>
          <p:cNvSpPr/>
          <p:nvPr/>
        </p:nvSpPr>
        <p:spPr>
          <a:xfrm>
            <a:off x="908561" y="3456438"/>
            <a:ext cx="3051712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fr-FR" sz="1000" noProof="0" dirty="0"/>
          </a:p>
        </p:txBody>
      </p:sp>
      <p:sp>
        <p:nvSpPr>
          <p:cNvPr id="72" name="Shape 27">
            <a:extLst>
              <a:ext uri="{FF2B5EF4-FFF2-40B4-BE49-F238E27FC236}">
                <a16:creationId xmlns:a16="http://schemas.microsoft.com/office/drawing/2014/main" id="{9599B49E-7FB5-6C7D-B8CE-18862F463745}"/>
              </a:ext>
            </a:extLst>
          </p:cNvPr>
          <p:cNvSpPr/>
          <p:nvPr/>
        </p:nvSpPr>
        <p:spPr>
          <a:xfrm>
            <a:off x="917133" y="3484822"/>
            <a:ext cx="325745" cy="331866"/>
          </a:xfrm>
          <a:prstGeom prst="ellipse">
            <a:avLst/>
          </a:prstGeom>
          <a:solidFill>
            <a:srgbClr val="1B2E6B"/>
          </a:solidFill>
          <a:ln/>
        </p:spPr>
        <p:txBody>
          <a:bodyPr/>
          <a:lstStyle/>
          <a:p>
            <a:endParaRPr lang="fr-FR" sz="1000" noProof="0" dirty="0"/>
          </a:p>
        </p:txBody>
      </p:sp>
      <p:pic>
        <p:nvPicPr>
          <p:cNvPr id="74" name="Image 5" descr="exchange.png">
            <a:extLst>
              <a:ext uri="{FF2B5EF4-FFF2-40B4-BE49-F238E27FC236}">
                <a16:creationId xmlns:a16="http://schemas.microsoft.com/office/drawing/2014/main" id="{3AFA5A5E-B5E5-DD6C-06DA-BA39817124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283" y="3563421"/>
            <a:ext cx="171445" cy="174666"/>
          </a:xfrm>
          <a:prstGeom prst="rect">
            <a:avLst/>
          </a:prstGeom>
        </p:spPr>
      </p:pic>
      <p:sp>
        <p:nvSpPr>
          <p:cNvPr id="76" name="Text 28">
            <a:extLst>
              <a:ext uri="{FF2B5EF4-FFF2-40B4-BE49-F238E27FC236}">
                <a16:creationId xmlns:a16="http://schemas.microsoft.com/office/drawing/2014/main" id="{23923E3B-EA64-2848-94AC-6ECC01F4DE05}"/>
              </a:ext>
            </a:extLst>
          </p:cNvPr>
          <p:cNvSpPr/>
          <p:nvPr/>
        </p:nvSpPr>
        <p:spPr>
          <a:xfrm>
            <a:off x="1362889" y="3482638"/>
            <a:ext cx="2580240" cy="336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Stabiliser les flux avec SI amont et aval</a:t>
            </a:r>
            <a:endParaRPr lang="fr-FR" sz="1000" noProof="0" dirty="0"/>
          </a:p>
        </p:txBody>
      </p:sp>
      <p:sp>
        <p:nvSpPr>
          <p:cNvPr id="78" name="Shape 29">
            <a:extLst>
              <a:ext uri="{FF2B5EF4-FFF2-40B4-BE49-F238E27FC236}">
                <a16:creationId xmlns:a16="http://schemas.microsoft.com/office/drawing/2014/main" id="{4DF7DB7F-938E-81BE-05BD-A784095C7313}"/>
              </a:ext>
            </a:extLst>
          </p:cNvPr>
          <p:cNvSpPr/>
          <p:nvPr/>
        </p:nvSpPr>
        <p:spPr>
          <a:xfrm>
            <a:off x="908561" y="3845071"/>
            <a:ext cx="3051712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fr-FR" sz="1000" noProof="0" dirty="0"/>
          </a:p>
        </p:txBody>
      </p:sp>
      <p:sp>
        <p:nvSpPr>
          <p:cNvPr id="80" name="Shape 30">
            <a:extLst>
              <a:ext uri="{FF2B5EF4-FFF2-40B4-BE49-F238E27FC236}">
                <a16:creationId xmlns:a16="http://schemas.microsoft.com/office/drawing/2014/main" id="{66DC6C01-C69C-662F-FCFB-5C340AC0A156}"/>
              </a:ext>
            </a:extLst>
          </p:cNvPr>
          <p:cNvSpPr/>
          <p:nvPr/>
        </p:nvSpPr>
        <p:spPr>
          <a:xfrm>
            <a:off x="917133" y="3873454"/>
            <a:ext cx="325745" cy="331866"/>
          </a:xfrm>
          <a:prstGeom prst="ellipse">
            <a:avLst/>
          </a:prstGeom>
          <a:solidFill>
            <a:srgbClr val="1B2E6B"/>
          </a:solidFill>
          <a:ln/>
        </p:spPr>
        <p:txBody>
          <a:bodyPr/>
          <a:lstStyle/>
          <a:p>
            <a:endParaRPr lang="fr-FR" sz="1000" noProof="0" dirty="0"/>
          </a:p>
        </p:txBody>
      </p:sp>
      <p:pic>
        <p:nvPicPr>
          <p:cNvPr id="82" name="Image 6" descr="users_white.png">
            <a:extLst>
              <a:ext uri="{FF2B5EF4-FFF2-40B4-BE49-F238E27FC236}">
                <a16:creationId xmlns:a16="http://schemas.microsoft.com/office/drawing/2014/main" id="{2BC4BC9B-5EDA-2E8A-5B81-864F71D348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4283" y="3952054"/>
            <a:ext cx="171445" cy="174666"/>
          </a:xfrm>
          <a:prstGeom prst="rect">
            <a:avLst/>
          </a:prstGeom>
        </p:spPr>
      </p:pic>
      <p:sp>
        <p:nvSpPr>
          <p:cNvPr id="84" name="Text 31">
            <a:extLst>
              <a:ext uri="{FF2B5EF4-FFF2-40B4-BE49-F238E27FC236}">
                <a16:creationId xmlns:a16="http://schemas.microsoft.com/office/drawing/2014/main" id="{8CA20DEA-E3F1-BC72-8549-5113271C989F}"/>
              </a:ext>
            </a:extLst>
          </p:cNvPr>
          <p:cNvSpPr/>
          <p:nvPr/>
        </p:nvSpPr>
        <p:spPr>
          <a:xfrm>
            <a:off x="1362889" y="3871271"/>
            <a:ext cx="2580240" cy="336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2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Sécuriser les processus métiers</a:t>
            </a:r>
            <a:endParaRPr lang="fr-FR" sz="1000" noProof="0" dirty="0"/>
          </a:p>
        </p:txBody>
      </p:sp>
      <p:sp>
        <p:nvSpPr>
          <p:cNvPr id="86" name="Shape 32">
            <a:extLst>
              <a:ext uri="{FF2B5EF4-FFF2-40B4-BE49-F238E27FC236}">
                <a16:creationId xmlns:a16="http://schemas.microsoft.com/office/drawing/2014/main" id="{36DEDEF0-0EF9-FE79-09D0-7898718C91E8}"/>
              </a:ext>
            </a:extLst>
          </p:cNvPr>
          <p:cNvSpPr/>
          <p:nvPr/>
        </p:nvSpPr>
        <p:spPr>
          <a:xfrm>
            <a:off x="4294590" y="2242507"/>
            <a:ext cx="3308879" cy="436666"/>
          </a:xfrm>
          <a:prstGeom prst="rect">
            <a:avLst/>
          </a:prstGeom>
          <a:solidFill>
            <a:srgbClr val="2E7D32"/>
          </a:solidFill>
          <a:ln w="19050">
            <a:solidFill>
              <a:schemeClr val="accent6">
                <a:lumMod val="75000"/>
              </a:schemeClr>
            </a:solidFill>
          </a:ln>
        </p:spPr>
        <p:txBody>
          <a:bodyPr/>
          <a:lstStyle/>
          <a:p>
            <a:endParaRPr lang="fr-FR" sz="1000" noProof="0" dirty="0"/>
          </a:p>
        </p:txBody>
      </p:sp>
      <p:pic>
        <p:nvPicPr>
          <p:cNvPr id="89" name="Image 7" descr="users.png">
            <a:extLst>
              <a:ext uri="{FF2B5EF4-FFF2-40B4-BE49-F238E27FC236}">
                <a16:creationId xmlns:a16="http://schemas.microsoft.com/office/drawing/2014/main" id="{10C391DB-FE72-416E-69A7-83E8FB4010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8890" y="2338574"/>
            <a:ext cx="240022" cy="244533"/>
          </a:xfrm>
          <a:prstGeom prst="rect">
            <a:avLst/>
          </a:prstGeom>
        </p:spPr>
      </p:pic>
      <p:sp>
        <p:nvSpPr>
          <p:cNvPr id="92" name="Text 33">
            <a:extLst>
              <a:ext uri="{FF2B5EF4-FFF2-40B4-BE49-F238E27FC236}">
                <a16:creationId xmlns:a16="http://schemas.microsoft.com/office/drawing/2014/main" id="{6B421431-6344-0006-6E6A-79286910DE6D}"/>
              </a:ext>
            </a:extLst>
          </p:cNvPr>
          <p:cNvSpPr/>
          <p:nvPr/>
        </p:nvSpPr>
        <p:spPr>
          <a:xfrm>
            <a:off x="4791779" y="2242507"/>
            <a:ext cx="2708823" cy="43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RESSOURCES NÉCESSAIRES</a:t>
            </a:r>
            <a:endParaRPr lang="fr-FR" sz="1000" noProof="0" dirty="0"/>
          </a:p>
        </p:txBody>
      </p:sp>
      <p:sp>
        <p:nvSpPr>
          <p:cNvPr id="94" name="Shape 34">
            <a:extLst>
              <a:ext uri="{FF2B5EF4-FFF2-40B4-BE49-F238E27FC236}">
                <a16:creationId xmlns:a16="http://schemas.microsoft.com/office/drawing/2014/main" id="{2251CA61-F34A-879B-471A-47C8C1CED5A2}"/>
              </a:ext>
            </a:extLst>
          </p:cNvPr>
          <p:cNvSpPr/>
          <p:nvPr/>
        </p:nvSpPr>
        <p:spPr>
          <a:xfrm>
            <a:off x="4294590" y="2679173"/>
            <a:ext cx="3308879" cy="1554531"/>
          </a:xfrm>
          <a:prstGeom prst="rect">
            <a:avLst/>
          </a:prstGeom>
          <a:solidFill>
            <a:srgbClr val="FFFFFF"/>
          </a:solidFill>
          <a:ln w="1587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 sz="1000" noProof="0" dirty="0"/>
          </a:p>
        </p:txBody>
      </p:sp>
      <p:sp>
        <p:nvSpPr>
          <p:cNvPr id="96" name="Text 35">
            <a:extLst>
              <a:ext uri="{FF2B5EF4-FFF2-40B4-BE49-F238E27FC236}">
                <a16:creationId xmlns:a16="http://schemas.microsoft.com/office/drawing/2014/main" id="{20DB07C1-5D83-B49E-68E1-2715A9307396}"/>
              </a:ext>
            </a:extLst>
          </p:cNvPr>
          <p:cNvSpPr/>
          <p:nvPr/>
        </p:nvSpPr>
        <p:spPr>
          <a:xfrm>
            <a:off x="4483179" y="2783973"/>
            <a:ext cx="2965990" cy="2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MOA MOBILISÉES</a:t>
            </a:r>
            <a:endParaRPr lang="fr-FR" sz="1000" noProof="0" dirty="0"/>
          </a:p>
        </p:txBody>
      </p:sp>
      <p:pic>
        <p:nvPicPr>
          <p:cNvPr id="98" name="Image 8" descr="check.png">
            <a:extLst>
              <a:ext uri="{FF2B5EF4-FFF2-40B4-BE49-F238E27FC236}">
                <a16:creationId xmlns:a16="http://schemas.microsoft.com/office/drawing/2014/main" id="{C4A3EB0D-E3F7-5550-269C-41F741F8C0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3179" y="3098372"/>
            <a:ext cx="205733" cy="209600"/>
          </a:xfrm>
          <a:prstGeom prst="rect">
            <a:avLst/>
          </a:prstGeom>
        </p:spPr>
      </p:pic>
      <p:sp>
        <p:nvSpPr>
          <p:cNvPr id="102" name="Text 36">
            <a:extLst>
              <a:ext uri="{FF2B5EF4-FFF2-40B4-BE49-F238E27FC236}">
                <a16:creationId xmlns:a16="http://schemas.microsoft.com/office/drawing/2014/main" id="{B3D9084D-19CF-063E-4949-E851D8BA63F1}"/>
              </a:ext>
            </a:extLst>
          </p:cNvPr>
          <p:cNvSpPr/>
          <p:nvPr/>
        </p:nvSpPr>
        <p:spPr>
          <a:xfrm>
            <a:off x="4766062" y="3072172"/>
            <a:ext cx="2708823" cy="2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2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Khadija</a:t>
            </a:r>
            <a:endParaRPr lang="fr-FR" sz="1000" noProof="0" dirty="0"/>
          </a:p>
        </p:txBody>
      </p:sp>
      <p:pic>
        <p:nvPicPr>
          <p:cNvPr id="105" name="Image 9" descr="check.png">
            <a:extLst>
              <a:ext uri="{FF2B5EF4-FFF2-40B4-BE49-F238E27FC236}">
                <a16:creationId xmlns:a16="http://schemas.microsoft.com/office/drawing/2014/main" id="{EAC78A11-A102-B39E-5083-F51D6FF5B6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83179" y="3430238"/>
            <a:ext cx="205733" cy="209600"/>
          </a:xfrm>
          <a:prstGeom prst="rect">
            <a:avLst/>
          </a:prstGeom>
        </p:spPr>
      </p:pic>
      <p:sp>
        <p:nvSpPr>
          <p:cNvPr id="107" name="Text 37">
            <a:extLst>
              <a:ext uri="{FF2B5EF4-FFF2-40B4-BE49-F238E27FC236}">
                <a16:creationId xmlns:a16="http://schemas.microsoft.com/office/drawing/2014/main" id="{34C50391-7C71-2032-7526-936D3189C2DB}"/>
              </a:ext>
            </a:extLst>
          </p:cNvPr>
          <p:cNvSpPr/>
          <p:nvPr/>
        </p:nvSpPr>
        <p:spPr>
          <a:xfrm>
            <a:off x="4766062" y="3404038"/>
            <a:ext cx="2665962" cy="2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2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Adel (remplacement de Vanessa)</a:t>
            </a:r>
            <a:endParaRPr lang="fr-FR" sz="1000" noProof="0" dirty="0"/>
          </a:p>
        </p:txBody>
      </p:sp>
      <p:sp>
        <p:nvSpPr>
          <p:cNvPr id="109" name="Shape 38">
            <a:extLst>
              <a:ext uri="{FF2B5EF4-FFF2-40B4-BE49-F238E27FC236}">
                <a16:creationId xmlns:a16="http://schemas.microsoft.com/office/drawing/2014/main" id="{9C22EDE5-7E3A-3B62-4CE9-A21E815C4943}"/>
              </a:ext>
            </a:extLst>
          </p:cNvPr>
          <p:cNvSpPr/>
          <p:nvPr/>
        </p:nvSpPr>
        <p:spPr>
          <a:xfrm>
            <a:off x="4526040" y="3738087"/>
            <a:ext cx="2830184" cy="388633"/>
          </a:xfrm>
          <a:prstGeom prst="roundRect">
            <a:avLst>
              <a:gd name="adj" fmla="val 9091"/>
            </a:avLst>
          </a:prstGeom>
          <a:solidFill>
            <a:srgbClr val="EAF6EA"/>
          </a:solidFill>
          <a:ln/>
        </p:spPr>
        <p:txBody>
          <a:bodyPr/>
          <a:lstStyle/>
          <a:p>
            <a:endParaRPr lang="fr-FR" sz="800" noProof="0" dirty="0"/>
          </a:p>
        </p:txBody>
      </p:sp>
      <p:pic>
        <p:nvPicPr>
          <p:cNvPr id="111" name="Image 10" descr="cap.png">
            <a:extLst>
              <a:ext uri="{FF2B5EF4-FFF2-40B4-BE49-F238E27FC236}">
                <a16:creationId xmlns:a16="http://schemas.microsoft.com/office/drawing/2014/main" id="{FBEFCC75-B0A4-31F4-34B2-216F2CFA9C1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6050" y="3713288"/>
            <a:ext cx="342889" cy="349333"/>
          </a:xfrm>
          <a:prstGeom prst="rect">
            <a:avLst/>
          </a:prstGeom>
        </p:spPr>
      </p:pic>
      <p:sp>
        <p:nvSpPr>
          <p:cNvPr id="113" name="Text 39">
            <a:extLst>
              <a:ext uri="{FF2B5EF4-FFF2-40B4-BE49-F238E27FC236}">
                <a16:creationId xmlns:a16="http://schemas.microsoft.com/office/drawing/2014/main" id="{DFFA53AB-4F9A-4EFC-5F12-0808A8601B05}"/>
              </a:ext>
            </a:extLst>
          </p:cNvPr>
          <p:cNvSpPr/>
          <p:nvPr/>
        </p:nvSpPr>
        <p:spPr>
          <a:xfrm>
            <a:off x="5057517" y="3678355"/>
            <a:ext cx="2451656" cy="506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fr-FR" sz="800" b="1" noProof="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ACCÉLÉRÉE
</a:t>
            </a:r>
            <a:r>
              <a:rPr lang="fr-FR" sz="800" b="1" noProof="0" dirty="0">
                <a:solidFill>
                  <a:srgbClr val="2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Prévue les 01 et 02 septembre 2026</a:t>
            </a:r>
            <a:endParaRPr lang="fr-FR" sz="800" noProof="0" dirty="0"/>
          </a:p>
        </p:txBody>
      </p:sp>
      <p:sp>
        <p:nvSpPr>
          <p:cNvPr id="116" name="Shape 40">
            <a:extLst>
              <a:ext uri="{FF2B5EF4-FFF2-40B4-BE49-F238E27FC236}">
                <a16:creationId xmlns:a16="http://schemas.microsoft.com/office/drawing/2014/main" id="{622BE073-33D0-D2F0-19B0-995403A8E84C}"/>
              </a:ext>
            </a:extLst>
          </p:cNvPr>
          <p:cNvSpPr/>
          <p:nvPr/>
        </p:nvSpPr>
        <p:spPr>
          <a:xfrm>
            <a:off x="7809202" y="2242507"/>
            <a:ext cx="3308879" cy="436666"/>
          </a:xfrm>
          <a:prstGeom prst="rect">
            <a:avLst/>
          </a:prstGeom>
          <a:solidFill>
            <a:srgbClr val="F07D22"/>
          </a:solidFill>
          <a:ln w="19050">
            <a:solidFill>
              <a:schemeClr val="accent2"/>
            </a:solidFill>
          </a:ln>
        </p:spPr>
        <p:txBody>
          <a:bodyPr/>
          <a:lstStyle/>
          <a:p>
            <a:endParaRPr lang="fr-FR" sz="1000" noProof="0" dirty="0"/>
          </a:p>
        </p:txBody>
      </p:sp>
      <p:pic>
        <p:nvPicPr>
          <p:cNvPr id="118" name="Image 11" descr="warning.png">
            <a:extLst>
              <a:ext uri="{FF2B5EF4-FFF2-40B4-BE49-F238E27FC236}">
                <a16:creationId xmlns:a16="http://schemas.microsoft.com/office/drawing/2014/main" id="{50D945DF-5ECC-2508-9795-4B5B2DF29E9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63502" y="2338574"/>
            <a:ext cx="240022" cy="244533"/>
          </a:xfrm>
          <a:prstGeom prst="rect">
            <a:avLst/>
          </a:prstGeom>
        </p:spPr>
      </p:pic>
      <p:sp>
        <p:nvSpPr>
          <p:cNvPr id="121" name="Text 41">
            <a:extLst>
              <a:ext uri="{FF2B5EF4-FFF2-40B4-BE49-F238E27FC236}">
                <a16:creationId xmlns:a16="http://schemas.microsoft.com/office/drawing/2014/main" id="{7047895B-7D49-9498-1B1F-73507D6AC426}"/>
              </a:ext>
            </a:extLst>
          </p:cNvPr>
          <p:cNvSpPr/>
          <p:nvPr/>
        </p:nvSpPr>
        <p:spPr>
          <a:xfrm>
            <a:off x="8306391" y="2242507"/>
            <a:ext cx="2708823" cy="43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D'ATTENTION</a:t>
            </a:r>
            <a:endParaRPr lang="fr-FR" sz="1000" noProof="0" dirty="0"/>
          </a:p>
        </p:txBody>
      </p:sp>
      <p:sp>
        <p:nvSpPr>
          <p:cNvPr id="123" name="Shape 42">
            <a:extLst>
              <a:ext uri="{FF2B5EF4-FFF2-40B4-BE49-F238E27FC236}">
                <a16:creationId xmlns:a16="http://schemas.microsoft.com/office/drawing/2014/main" id="{401DF41E-C99B-B54F-40A4-6832761AC344}"/>
              </a:ext>
            </a:extLst>
          </p:cNvPr>
          <p:cNvSpPr/>
          <p:nvPr/>
        </p:nvSpPr>
        <p:spPr>
          <a:xfrm>
            <a:off x="7809202" y="2679173"/>
            <a:ext cx="3308879" cy="1554531"/>
          </a:xfrm>
          <a:prstGeom prst="rect">
            <a:avLst/>
          </a:prstGeom>
          <a:solidFill>
            <a:srgbClr val="FFFFFF"/>
          </a:solidFill>
          <a:ln w="15875">
            <a:solidFill>
              <a:srgbClr val="F07D22"/>
            </a:solidFill>
            <a:prstDash val="solid"/>
          </a:ln>
        </p:spPr>
        <p:txBody>
          <a:bodyPr/>
          <a:lstStyle/>
          <a:p>
            <a:endParaRPr lang="fr-FR" sz="1000" noProof="0" dirty="0"/>
          </a:p>
        </p:txBody>
      </p:sp>
      <p:sp>
        <p:nvSpPr>
          <p:cNvPr id="126" name="Text 43">
            <a:extLst>
              <a:ext uri="{FF2B5EF4-FFF2-40B4-BE49-F238E27FC236}">
                <a16:creationId xmlns:a16="http://schemas.microsoft.com/office/drawing/2014/main" id="{9B525A9C-F461-1941-9C25-B59938C19250}"/>
              </a:ext>
            </a:extLst>
          </p:cNvPr>
          <p:cNvSpPr/>
          <p:nvPr/>
        </p:nvSpPr>
        <p:spPr>
          <a:xfrm>
            <a:off x="7980647" y="2749040"/>
            <a:ext cx="2965990" cy="43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fr-FR" sz="1000" b="1" noProof="0" dirty="0">
                <a:solidFill>
                  <a:srgbClr val="F07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BESOIN DE DISPONIBILITÉ</a:t>
            </a:r>
            <a:endParaRPr lang="fr-FR" sz="1000" noProof="0" dirty="0"/>
          </a:p>
          <a:p>
            <a:pPr marL="0" indent="0">
              <a:lnSpc>
                <a:spcPct val="100000"/>
              </a:lnSpc>
              <a:buNone/>
            </a:pPr>
            <a:r>
              <a:rPr lang="fr-FR" sz="1000" b="1" noProof="0" dirty="0">
                <a:solidFill>
                  <a:srgbClr val="F07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ÉQUIPES MÉTIER</a:t>
            </a:r>
            <a:endParaRPr lang="fr-FR" sz="1000" noProof="0" dirty="0"/>
          </a:p>
        </p:txBody>
      </p:sp>
      <p:sp>
        <p:nvSpPr>
          <p:cNvPr id="128" name="Text 44">
            <a:extLst>
              <a:ext uri="{FF2B5EF4-FFF2-40B4-BE49-F238E27FC236}">
                <a16:creationId xmlns:a16="http://schemas.microsoft.com/office/drawing/2014/main" id="{6648639F-0147-7FB4-7A41-A92EA805552F}"/>
              </a:ext>
            </a:extLst>
          </p:cNvPr>
          <p:cNvSpPr/>
          <p:nvPr/>
        </p:nvSpPr>
        <p:spPr>
          <a:xfrm>
            <a:off x="7997791" y="3220639"/>
            <a:ext cx="2948846" cy="742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●"/>
            </a:pPr>
            <a:r>
              <a:rPr lang="fr-FR" sz="1000" noProof="0" dirty="0">
                <a:solidFill>
                  <a:srgbClr val="2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Participation aux TNR</a:t>
            </a:r>
            <a:endParaRPr lang="fr-FR" sz="1000" noProof="0" dirty="0"/>
          </a:p>
          <a:p>
            <a:pPr marL="152400" indent="-152400">
              <a:spcAft>
                <a:spcPts val="300"/>
              </a:spcAft>
              <a:buSzPct val="100000"/>
              <a:buChar char="●"/>
            </a:pPr>
            <a:r>
              <a:rPr lang="fr-FR" sz="1000" noProof="0" dirty="0">
                <a:solidFill>
                  <a:srgbClr val="2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des corrections</a:t>
            </a:r>
            <a:endParaRPr lang="fr-FR" sz="1000" noProof="0" dirty="0"/>
          </a:p>
          <a:p>
            <a:pPr marL="152400" indent="-152400">
              <a:spcAft>
                <a:spcPts val="300"/>
              </a:spcAft>
              <a:buSzPct val="100000"/>
              <a:buChar char="●"/>
            </a:pPr>
            <a:r>
              <a:rPr lang="fr-FR" sz="1000" noProof="0" dirty="0">
                <a:solidFill>
                  <a:srgbClr val="2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recette</a:t>
            </a:r>
            <a:endParaRPr lang="fr-FR" sz="1000" noProof="0" dirty="0"/>
          </a:p>
        </p:txBody>
      </p:sp>
      <p:sp>
        <p:nvSpPr>
          <p:cNvPr id="137" name="Shape 47">
            <a:extLst>
              <a:ext uri="{FF2B5EF4-FFF2-40B4-BE49-F238E27FC236}">
                <a16:creationId xmlns:a16="http://schemas.microsoft.com/office/drawing/2014/main" id="{607E4058-9673-2A08-026A-0641A7AC9814}"/>
              </a:ext>
            </a:extLst>
          </p:cNvPr>
          <p:cNvSpPr/>
          <p:nvPr/>
        </p:nvSpPr>
        <p:spPr>
          <a:xfrm>
            <a:off x="779977" y="4309454"/>
            <a:ext cx="3308879" cy="436666"/>
          </a:xfrm>
          <a:prstGeom prst="rect">
            <a:avLst/>
          </a:prstGeom>
          <a:solidFill>
            <a:srgbClr val="1B2E6B"/>
          </a:solidFill>
          <a:ln w="19050">
            <a:solidFill>
              <a:schemeClr val="tx2"/>
            </a:solidFill>
          </a:ln>
        </p:spPr>
        <p:txBody>
          <a:bodyPr/>
          <a:lstStyle/>
          <a:p>
            <a:endParaRPr lang="fr-FR" sz="1000" noProof="0" dirty="0"/>
          </a:p>
        </p:txBody>
      </p:sp>
      <p:pic>
        <p:nvPicPr>
          <p:cNvPr id="139" name="Image 13" descr="barchart.png">
            <a:extLst>
              <a:ext uri="{FF2B5EF4-FFF2-40B4-BE49-F238E27FC236}">
                <a16:creationId xmlns:a16="http://schemas.microsoft.com/office/drawing/2014/main" id="{D6A5BD0B-D98C-8E83-279F-04327802EED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4277" y="4405521"/>
            <a:ext cx="240022" cy="244533"/>
          </a:xfrm>
          <a:prstGeom prst="rect">
            <a:avLst/>
          </a:prstGeom>
        </p:spPr>
      </p:pic>
      <p:sp>
        <p:nvSpPr>
          <p:cNvPr id="141" name="Text 48">
            <a:extLst>
              <a:ext uri="{FF2B5EF4-FFF2-40B4-BE49-F238E27FC236}">
                <a16:creationId xmlns:a16="http://schemas.microsoft.com/office/drawing/2014/main" id="{B70B2600-7E51-0CBC-AA92-48750044E80C}"/>
              </a:ext>
            </a:extLst>
          </p:cNvPr>
          <p:cNvSpPr/>
          <p:nvPr/>
        </p:nvSpPr>
        <p:spPr>
          <a:xfrm>
            <a:off x="1277166" y="4309454"/>
            <a:ext cx="2708823" cy="43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INDICATEURS TICKETS</a:t>
            </a:r>
            <a:endParaRPr lang="fr-FR" sz="1000" noProof="0" dirty="0"/>
          </a:p>
        </p:txBody>
      </p:sp>
      <p:sp>
        <p:nvSpPr>
          <p:cNvPr id="143" name="Shape 49">
            <a:extLst>
              <a:ext uri="{FF2B5EF4-FFF2-40B4-BE49-F238E27FC236}">
                <a16:creationId xmlns:a16="http://schemas.microsoft.com/office/drawing/2014/main" id="{E7667C7F-AB46-32EA-501A-81245D433919}"/>
              </a:ext>
            </a:extLst>
          </p:cNvPr>
          <p:cNvSpPr/>
          <p:nvPr/>
        </p:nvSpPr>
        <p:spPr>
          <a:xfrm>
            <a:off x="779977" y="4746120"/>
            <a:ext cx="3308879" cy="1440997"/>
          </a:xfrm>
          <a:prstGeom prst="rect">
            <a:avLst/>
          </a:prstGeom>
          <a:solidFill>
            <a:srgbClr val="FFFFFF"/>
          </a:solidFill>
          <a:ln w="15875">
            <a:solidFill>
              <a:srgbClr val="1B2E6B"/>
            </a:solidFill>
            <a:prstDash val="solid"/>
          </a:ln>
        </p:spPr>
        <p:txBody>
          <a:bodyPr/>
          <a:lstStyle/>
          <a:p>
            <a:endParaRPr lang="fr-FR" sz="1000" noProof="0" dirty="0"/>
          </a:p>
        </p:txBody>
      </p:sp>
      <p:sp>
        <p:nvSpPr>
          <p:cNvPr id="145" name="Text 50">
            <a:extLst>
              <a:ext uri="{FF2B5EF4-FFF2-40B4-BE49-F238E27FC236}">
                <a16:creationId xmlns:a16="http://schemas.microsoft.com/office/drawing/2014/main" id="{D3615870-6795-53FF-BF72-02B4F00EAB23}"/>
              </a:ext>
            </a:extLst>
          </p:cNvPr>
          <p:cNvSpPr/>
          <p:nvPr/>
        </p:nvSpPr>
        <p:spPr>
          <a:xfrm>
            <a:off x="898952" y="4852105"/>
            <a:ext cx="1285834" cy="52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000" b="1" noProof="0" dirty="0">
                <a:solidFill>
                  <a:srgbClr val="1B2E6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</a:t>
            </a:r>
            <a:endParaRPr lang="fr-FR" sz="2000" noProof="0" dirty="0"/>
          </a:p>
        </p:txBody>
      </p:sp>
      <p:sp>
        <p:nvSpPr>
          <p:cNvPr id="147" name="Text 51">
            <a:extLst>
              <a:ext uri="{FF2B5EF4-FFF2-40B4-BE49-F238E27FC236}">
                <a16:creationId xmlns:a16="http://schemas.microsoft.com/office/drawing/2014/main" id="{2418E1AC-6D9B-AE44-3189-5794A9351966}"/>
              </a:ext>
            </a:extLst>
          </p:cNvPr>
          <p:cNvSpPr/>
          <p:nvPr/>
        </p:nvSpPr>
        <p:spPr>
          <a:xfrm>
            <a:off x="770368" y="5411038"/>
            <a:ext cx="1371556" cy="48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fr-FR" sz="1000" noProof="0" dirty="0">
                <a:solidFill>
                  <a:srgbClr val="2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Tickets identifiés</a:t>
            </a:r>
            <a:endParaRPr lang="fr-FR" sz="1000" noProof="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fr-FR" sz="1000" noProof="0" dirty="0">
                <a:solidFill>
                  <a:srgbClr val="2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depuis la MDV</a:t>
            </a:r>
            <a:endParaRPr lang="fr-FR" sz="1000" noProof="0" dirty="0"/>
          </a:p>
        </p:txBody>
      </p:sp>
      <p:sp>
        <p:nvSpPr>
          <p:cNvPr id="149" name="Text 52">
            <a:extLst>
              <a:ext uri="{FF2B5EF4-FFF2-40B4-BE49-F238E27FC236}">
                <a16:creationId xmlns:a16="http://schemas.microsoft.com/office/drawing/2014/main" id="{6F2B0DB8-59F6-107A-86D2-4A11624BBD9B}"/>
              </a:ext>
            </a:extLst>
          </p:cNvPr>
          <p:cNvSpPr/>
          <p:nvPr/>
        </p:nvSpPr>
        <p:spPr>
          <a:xfrm>
            <a:off x="2099063" y="4913238"/>
            <a:ext cx="428611" cy="43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9AA0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</a:t>
            </a:r>
            <a:endParaRPr lang="fr-FR" sz="1000" noProof="0" dirty="0"/>
          </a:p>
        </p:txBody>
      </p:sp>
      <p:sp>
        <p:nvSpPr>
          <p:cNvPr id="151" name="Text 53">
            <a:extLst>
              <a:ext uri="{FF2B5EF4-FFF2-40B4-BE49-F238E27FC236}">
                <a16:creationId xmlns:a16="http://schemas.microsoft.com/office/drawing/2014/main" id="{7360747A-9584-B6F3-7AB1-1939355898B6}"/>
              </a:ext>
            </a:extLst>
          </p:cNvPr>
          <p:cNvSpPr/>
          <p:nvPr/>
        </p:nvSpPr>
        <p:spPr>
          <a:xfrm>
            <a:off x="2527674" y="4852105"/>
            <a:ext cx="1457278" cy="523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000" b="1" noProof="0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</a:t>
            </a:r>
            <a:endParaRPr lang="fr-FR" sz="2000" noProof="0" dirty="0"/>
          </a:p>
        </p:txBody>
      </p:sp>
      <p:sp>
        <p:nvSpPr>
          <p:cNvPr id="153" name="Text 54">
            <a:extLst>
              <a:ext uri="{FF2B5EF4-FFF2-40B4-BE49-F238E27FC236}">
                <a16:creationId xmlns:a16="http://schemas.microsoft.com/office/drawing/2014/main" id="{1C438EC8-FAD3-83D6-BC42-84D29D8DDEF4}"/>
              </a:ext>
            </a:extLst>
          </p:cNvPr>
          <p:cNvSpPr/>
          <p:nvPr/>
        </p:nvSpPr>
        <p:spPr>
          <a:xfrm>
            <a:off x="2441952" y="5411038"/>
            <a:ext cx="1628723" cy="48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fr-FR" sz="1000" noProof="0" dirty="0">
                <a:solidFill>
                  <a:srgbClr val="2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Tickets concernés</a:t>
            </a:r>
            <a:endParaRPr lang="fr-FR" sz="1000" noProof="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fr-FR" sz="1000" noProof="0" dirty="0">
                <a:solidFill>
                  <a:srgbClr val="2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 la MDV</a:t>
            </a:r>
            <a:endParaRPr lang="fr-FR" sz="1000" noProof="0" dirty="0"/>
          </a:p>
        </p:txBody>
      </p:sp>
      <p:sp>
        <p:nvSpPr>
          <p:cNvPr id="155" name="Shape 55">
            <a:extLst>
              <a:ext uri="{FF2B5EF4-FFF2-40B4-BE49-F238E27FC236}">
                <a16:creationId xmlns:a16="http://schemas.microsoft.com/office/drawing/2014/main" id="{21361155-E485-854B-393C-BEBF6E963C95}"/>
              </a:ext>
            </a:extLst>
          </p:cNvPr>
          <p:cNvSpPr/>
          <p:nvPr/>
        </p:nvSpPr>
        <p:spPr>
          <a:xfrm>
            <a:off x="4294590" y="4309454"/>
            <a:ext cx="6823491" cy="436666"/>
          </a:xfrm>
          <a:prstGeom prst="rect">
            <a:avLst/>
          </a:prstGeom>
          <a:solidFill>
            <a:srgbClr val="1B2E6B"/>
          </a:solidFill>
          <a:ln w="19050">
            <a:solidFill>
              <a:schemeClr val="tx2"/>
            </a:solidFill>
          </a:ln>
        </p:spPr>
        <p:txBody>
          <a:bodyPr/>
          <a:lstStyle/>
          <a:p>
            <a:endParaRPr lang="fr-FR" sz="1000" noProof="0" dirty="0"/>
          </a:p>
        </p:txBody>
      </p:sp>
      <p:pic>
        <p:nvPicPr>
          <p:cNvPr id="157" name="Image 14" descr="piechart.png">
            <a:extLst>
              <a:ext uri="{FF2B5EF4-FFF2-40B4-BE49-F238E27FC236}">
                <a16:creationId xmlns:a16="http://schemas.microsoft.com/office/drawing/2014/main" id="{EA6A4FA8-B2B2-DF19-24A8-9FFBDCB0886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48890" y="4405521"/>
            <a:ext cx="240022" cy="244533"/>
          </a:xfrm>
          <a:prstGeom prst="rect">
            <a:avLst/>
          </a:prstGeom>
        </p:spPr>
      </p:pic>
      <p:sp>
        <p:nvSpPr>
          <p:cNvPr id="159" name="Text 56">
            <a:extLst>
              <a:ext uri="{FF2B5EF4-FFF2-40B4-BE49-F238E27FC236}">
                <a16:creationId xmlns:a16="http://schemas.microsoft.com/office/drawing/2014/main" id="{821D8786-3FB2-8769-FB0A-216C48360B1B}"/>
              </a:ext>
            </a:extLst>
          </p:cNvPr>
          <p:cNvSpPr/>
          <p:nvPr/>
        </p:nvSpPr>
        <p:spPr>
          <a:xfrm>
            <a:off x="4791779" y="4309454"/>
            <a:ext cx="6223436" cy="436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RÉPARTITION DES 32 TICKETS MDV</a:t>
            </a:r>
            <a:endParaRPr lang="fr-FR" sz="1000" noProof="0" dirty="0"/>
          </a:p>
        </p:txBody>
      </p:sp>
      <p:sp>
        <p:nvSpPr>
          <p:cNvPr id="161" name="Shape 57">
            <a:extLst>
              <a:ext uri="{FF2B5EF4-FFF2-40B4-BE49-F238E27FC236}">
                <a16:creationId xmlns:a16="http://schemas.microsoft.com/office/drawing/2014/main" id="{8213868C-0E80-D057-E147-9703AA8954A1}"/>
              </a:ext>
            </a:extLst>
          </p:cNvPr>
          <p:cNvSpPr/>
          <p:nvPr/>
        </p:nvSpPr>
        <p:spPr>
          <a:xfrm>
            <a:off x="4294590" y="4746120"/>
            <a:ext cx="6823491" cy="1440997"/>
          </a:xfrm>
          <a:prstGeom prst="rect">
            <a:avLst/>
          </a:prstGeom>
          <a:solidFill>
            <a:srgbClr val="FFFFFF"/>
          </a:solidFill>
          <a:ln w="15875">
            <a:solidFill>
              <a:srgbClr val="1B2E6B"/>
            </a:solidFill>
            <a:prstDash val="solid"/>
          </a:ln>
        </p:spPr>
        <p:txBody>
          <a:bodyPr/>
          <a:lstStyle/>
          <a:p>
            <a:endParaRPr lang="fr-FR" sz="1000" noProof="0" dirty="0"/>
          </a:p>
        </p:txBody>
      </p:sp>
      <p:sp>
        <p:nvSpPr>
          <p:cNvPr id="163" name="Shape 58">
            <a:extLst>
              <a:ext uri="{FF2B5EF4-FFF2-40B4-BE49-F238E27FC236}">
                <a16:creationId xmlns:a16="http://schemas.microsoft.com/office/drawing/2014/main" id="{0D07A4B7-7308-D662-7A38-CDED839743D3}"/>
              </a:ext>
            </a:extLst>
          </p:cNvPr>
          <p:cNvSpPr/>
          <p:nvPr/>
        </p:nvSpPr>
        <p:spPr>
          <a:xfrm>
            <a:off x="4508895" y="5056153"/>
            <a:ext cx="120011" cy="122266"/>
          </a:xfrm>
          <a:prstGeom prst="ellipse">
            <a:avLst/>
          </a:prstGeom>
          <a:solidFill>
            <a:srgbClr val="C1272D"/>
          </a:solidFill>
          <a:ln/>
        </p:spPr>
        <p:txBody>
          <a:bodyPr/>
          <a:lstStyle/>
          <a:p>
            <a:endParaRPr lang="fr-FR" sz="1000" noProof="0" dirty="0"/>
          </a:p>
        </p:txBody>
      </p:sp>
      <p:sp>
        <p:nvSpPr>
          <p:cNvPr id="165" name="Text 59">
            <a:extLst>
              <a:ext uri="{FF2B5EF4-FFF2-40B4-BE49-F238E27FC236}">
                <a16:creationId xmlns:a16="http://schemas.microsoft.com/office/drawing/2014/main" id="{5F6231D2-25BD-D383-3B58-DE9CDACF3ED5}"/>
              </a:ext>
            </a:extLst>
          </p:cNvPr>
          <p:cNvSpPr/>
          <p:nvPr/>
        </p:nvSpPr>
        <p:spPr>
          <a:xfrm>
            <a:off x="4697484" y="4920787"/>
            <a:ext cx="1328695" cy="392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2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CRITIQUES</a:t>
            </a:r>
            <a:endParaRPr lang="fr-FR" sz="1000" noProof="0" dirty="0"/>
          </a:p>
        </p:txBody>
      </p:sp>
      <p:sp>
        <p:nvSpPr>
          <p:cNvPr id="167" name="Shape 60">
            <a:extLst>
              <a:ext uri="{FF2B5EF4-FFF2-40B4-BE49-F238E27FC236}">
                <a16:creationId xmlns:a16="http://schemas.microsoft.com/office/drawing/2014/main" id="{E7AE96D0-B6A3-3D65-7FFC-53E408BAEA47}"/>
              </a:ext>
            </a:extLst>
          </p:cNvPr>
          <p:cNvSpPr/>
          <p:nvPr/>
        </p:nvSpPr>
        <p:spPr>
          <a:xfrm>
            <a:off x="6094757" y="4977553"/>
            <a:ext cx="541404" cy="279466"/>
          </a:xfrm>
          <a:prstGeom prst="rect">
            <a:avLst/>
          </a:prstGeom>
          <a:solidFill>
            <a:srgbClr val="C1272D"/>
          </a:solidFill>
          <a:ln/>
        </p:spPr>
        <p:txBody>
          <a:bodyPr/>
          <a:lstStyle/>
          <a:p>
            <a:endParaRPr lang="fr-FR" sz="1000" noProof="0" dirty="0"/>
          </a:p>
        </p:txBody>
      </p:sp>
      <p:sp>
        <p:nvSpPr>
          <p:cNvPr id="169" name="Text 61">
            <a:extLst>
              <a:ext uri="{FF2B5EF4-FFF2-40B4-BE49-F238E27FC236}">
                <a16:creationId xmlns:a16="http://schemas.microsoft.com/office/drawing/2014/main" id="{EA79C2AA-5AE1-0F09-BC42-752624597C6A}"/>
              </a:ext>
            </a:extLst>
          </p:cNvPr>
          <p:cNvSpPr/>
          <p:nvPr/>
        </p:nvSpPr>
        <p:spPr>
          <a:xfrm>
            <a:off x="6721883" y="4920787"/>
            <a:ext cx="514334" cy="392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2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fr-FR" sz="1000" noProof="0" dirty="0"/>
          </a:p>
        </p:txBody>
      </p:sp>
      <p:sp>
        <p:nvSpPr>
          <p:cNvPr id="171" name="Shape 62">
            <a:extLst>
              <a:ext uri="{FF2B5EF4-FFF2-40B4-BE49-F238E27FC236}">
                <a16:creationId xmlns:a16="http://schemas.microsoft.com/office/drawing/2014/main" id="{186FFFE6-0F73-D5ED-F4D0-53770CAB6C9D}"/>
              </a:ext>
            </a:extLst>
          </p:cNvPr>
          <p:cNvSpPr/>
          <p:nvPr/>
        </p:nvSpPr>
        <p:spPr>
          <a:xfrm>
            <a:off x="4508895" y="5313786"/>
            <a:ext cx="4414696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dash"/>
          </a:ln>
        </p:spPr>
        <p:txBody>
          <a:bodyPr/>
          <a:lstStyle/>
          <a:p>
            <a:endParaRPr lang="fr-FR" sz="1000" noProof="0" dirty="0"/>
          </a:p>
        </p:txBody>
      </p:sp>
      <p:sp>
        <p:nvSpPr>
          <p:cNvPr id="173" name="Shape 63">
            <a:extLst>
              <a:ext uri="{FF2B5EF4-FFF2-40B4-BE49-F238E27FC236}">
                <a16:creationId xmlns:a16="http://schemas.microsoft.com/office/drawing/2014/main" id="{146700E5-9468-BB86-FA6B-8A19DDA271A7}"/>
              </a:ext>
            </a:extLst>
          </p:cNvPr>
          <p:cNvSpPr/>
          <p:nvPr/>
        </p:nvSpPr>
        <p:spPr>
          <a:xfrm>
            <a:off x="4508895" y="5449152"/>
            <a:ext cx="120011" cy="122266"/>
          </a:xfrm>
          <a:prstGeom prst="ellipse">
            <a:avLst/>
          </a:prstGeom>
          <a:solidFill>
            <a:srgbClr val="F07D22"/>
          </a:solidFill>
          <a:ln/>
        </p:spPr>
        <p:txBody>
          <a:bodyPr/>
          <a:lstStyle/>
          <a:p>
            <a:endParaRPr lang="fr-FR" sz="1000" noProof="0" dirty="0"/>
          </a:p>
        </p:txBody>
      </p:sp>
      <p:sp>
        <p:nvSpPr>
          <p:cNvPr id="175" name="Text 64">
            <a:extLst>
              <a:ext uri="{FF2B5EF4-FFF2-40B4-BE49-F238E27FC236}">
                <a16:creationId xmlns:a16="http://schemas.microsoft.com/office/drawing/2014/main" id="{DC159673-F577-34D1-8F83-A7DA3E010341}"/>
              </a:ext>
            </a:extLst>
          </p:cNvPr>
          <p:cNvSpPr/>
          <p:nvPr/>
        </p:nvSpPr>
        <p:spPr>
          <a:xfrm>
            <a:off x="4697484" y="5313786"/>
            <a:ext cx="1328695" cy="392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2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IMPORTANTS</a:t>
            </a:r>
            <a:endParaRPr lang="fr-FR" sz="1000" noProof="0" dirty="0"/>
          </a:p>
        </p:txBody>
      </p:sp>
      <p:sp>
        <p:nvSpPr>
          <p:cNvPr id="177" name="Shape 65">
            <a:extLst>
              <a:ext uri="{FF2B5EF4-FFF2-40B4-BE49-F238E27FC236}">
                <a16:creationId xmlns:a16="http://schemas.microsoft.com/office/drawing/2014/main" id="{3444C0FD-A330-B1CC-D5B5-01D820FC6160}"/>
              </a:ext>
            </a:extLst>
          </p:cNvPr>
          <p:cNvSpPr/>
          <p:nvPr/>
        </p:nvSpPr>
        <p:spPr>
          <a:xfrm>
            <a:off x="6094757" y="5370553"/>
            <a:ext cx="2571668" cy="279466"/>
          </a:xfrm>
          <a:prstGeom prst="rect">
            <a:avLst/>
          </a:prstGeom>
          <a:solidFill>
            <a:srgbClr val="F07D22"/>
          </a:solidFill>
          <a:ln/>
        </p:spPr>
        <p:txBody>
          <a:bodyPr/>
          <a:lstStyle/>
          <a:p>
            <a:endParaRPr lang="fr-FR" sz="1000" noProof="0" dirty="0"/>
          </a:p>
        </p:txBody>
      </p:sp>
      <p:sp>
        <p:nvSpPr>
          <p:cNvPr id="179" name="Text 66">
            <a:extLst>
              <a:ext uri="{FF2B5EF4-FFF2-40B4-BE49-F238E27FC236}">
                <a16:creationId xmlns:a16="http://schemas.microsoft.com/office/drawing/2014/main" id="{C922D060-B175-AB85-AF69-E90A447AD2B6}"/>
              </a:ext>
            </a:extLst>
          </p:cNvPr>
          <p:cNvSpPr/>
          <p:nvPr/>
        </p:nvSpPr>
        <p:spPr>
          <a:xfrm>
            <a:off x="8752147" y="5313786"/>
            <a:ext cx="514334" cy="392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2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fr-FR" sz="1000" noProof="0" dirty="0"/>
          </a:p>
        </p:txBody>
      </p:sp>
      <p:sp>
        <p:nvSpPr>
          <p:cNvPr id="181" name="Shape 67">
            <a:extLst>
              <a:ext uri="{FF2B5EF4-FFF2-40B4-BE49-F238E27FC236}">
                <a16:creationId xmlns:a16="http://schemas.microsoft.com/office/drawing/2014/main" id="{BA500D1E-F633-525B-66F1-8B6D06F3EAFE}"/>
              </a:ext>
            </a:extLst>
          </p:cNvPr>
          <p:cNvSpPr/>
          <p:nvPr/>
        </p:nvSpPr>
        <p:spPr>
          <a:xfrm>
            <a:off x="4508895" y="5706785"/>
            <a:ext cx="4414696" cy="0"/>
          </a:xfrm>
          <a:prstGeom prst="line">
            <a:avLst/>
          </a:prstGeom>
          <a:noFill/>
          <a:ln w="9525">
            <a:solidFill>
              <a:srgbClr val="E4E4E4"/>
            </a:solidFill>
            <a:prstDash val="dash"/>
          </a:ln>
        </p:spPr>
        <p:txBody>
          <a:bodyPr/>
          <a:lstStyle/>
          <a:p>
            <a:endParaRPr lang="fr-FR" sz="1000" noProof="0" dirty="0"/>
          </a:p>
        </p:txBody>
      </p:sp>
      <p:sp>
        <p:nvSpPr>
          <p:cNvPr id="183" name="Shape 68">
            <a:extLst>
              <a:ext uri="{FF2B5EF4-FFF2-40B4-BE49-F238E27FC236}">
                <a16:creationId xmlns:a16="http://schemas.microsoft.com/office/drawing/2014/main" id="{129096E7-1A7C-D9B7-3713-7BC5CC43B169}"/>
              </a:ext>
            </a:extLst>
          </p:cNvPr>
          <p:cNvSpPr/>
          <p:nvPr/>
        </p:nvSpPr>
        <p:spPr>
          <a:xfrm>
            <a:off x="4508895" y="5842152"/>
            <a:ext cx="120011" cy="122266"/>
          </a:xfrm>
          <a:prstGeom prst="ellipse">
            <a:avLst/>
          </a:prstGeom>
          <a:solidFill>
            <a:srgbClr val="F7B500"/>
          </a:solidFill>
          <a:ln/>
        </p:spPr>
        <p:txBody>
          <a:bodyPr/>
          <a:lstStyle/>
          <a:p>
            <a:endParaRPr lang="fr-FR" sz="1000" noProof="0" dirty="0"/>
          </a:p>
        </p:txBody>
      </p:sp>
      <p:sp>
        <p:nvSpPr>
          <p:cNvPr id="185" name="Text 69">
            <a:extLst>
              <a:ext uri="{FF2B5EF4-FFF2-40B4-BE49-F238E27FC236}">
                <a16:creationId xmlns:a16="http://schemas.microsoft.com/office/drawing/2014/main" id="{3BF77200-CB30-4798-0EE2-8AF536BA2F01}"/>
              </a:ext>
            </a:extLst>
          </p:cNvPr>
          <p:cNvSpPr/>
          <p:nvPr/>
        </p:nvSpPr>
        <p:spPr>
          <a:xfrm>
            <a:off x="4697484" y="5706785"/>
            <a:ext cx="1328695" cy="392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2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MOYENS</a:t>
            </a:r>
            <a:endParaRPr lang="fr-FR" sz="1000" noProof="0" dirty="0"/>
          </a:p>
        </p:txBody>
      </p:sp>
      <p:sp>
        <p:nvSpPr>
          <p:cNvPr id="187" name="Shape 70">
            <a:extLst>
              <a:ext uri="{FF2B5EF4-FFF2-40B4-BE49-F238E27FC236}">
                <a16:creationId xmlns:a16="http://schemas.microsoft.com/office/drawing/2014/main" id="{A44ABD5C-D2BA-7C86-82C7-7E070072F3EF}"/>
              </a:ext>
            </a:extLst>
          </p:cNvPr>
          <p:cNvSpPr/>
          <p:nvPr/>
        </p:nvSpPr>
        <p:spPr>
          <a:xfrm>
            <a:off x="6094757" y="5763552"/>
            <a:ext cx="1218159" cy="279466"/>
          </a:xfrm>
          <a:prstGeom prst="rect">
            <a:avLst/>
          </a:prstGeom>
          <a:solidFill>
            <a:srgbClr val="F7B500"/>
          </a:solidFill>
          <a:ln/>
        </p:spPr>
        <p:txBody>
          <a:bodyPr/>
          <a:lstStyle/>
          <a:p>
            <a:endParaRPr lang="fr-FR" sz="1000" noProof="0" dirty="0"/>
          </a:p>
        </p:txBody>
      </p:sp>
      <p:sp>
        <p:nvSpPr>
          <p:cNvPr id="189" name="Text 71">
            <a:extLst>
              <a:ext uri="{FF2B5EF4-FFF2-40B4-BE49-F238E27FC236}">
                <a16:creationId xmlns:a16="http://schemas.microsoft.com/office/drawing/2014/main" id="{BFBCA216-37CD-73DD-AC7F-0F21FF1B1163}"/>
              </a:ext>
            </a:extLst>
          </p:cNvPr>
          <p:cNvSpPr/>
          <p:nvPr/>
        </p:nvSpPr>
        <p:spPr>
          <a:xfrm>
            <a:off x="7398638" y="5706785"/>
            <a:ext cx="514334" cy="392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2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fr-FR" sz="1000" noProof="0" dirty="0"/>
          </a:p>
        </p:txBody>
      </p:sp>
      <p:sp>
        <p:nvSpPr>
          <p:cNvPr id="191" name="Text 72">
            <a:extLst>
              <a:ext uri="{FF2B5EF4-FFF2-40B4-BE49-F238E27FC236}">
                <a16:creationId xmlns:a16="http://schemas.microsoft.com/office/drawing/2014/main" id="{61713A8D-B18C-B9C9-7DD1-ACBBE5BC208D}"/>
              </a:ext>
            </a:extLst>
          </p:cNvPr>
          <p:cNvSpPr/>
          <p:nvPr/>
        </p:nvSpPr>
        <p:spPr>
          <a:xfrm>
            <a:off x="9746525" y="5222086"/>
            <a:ext cx="857223" cy="34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2628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32</a:t>
            </a:r>
            <a:endParaRPr lang="fr-FR" sz="1000" noProof="0" dirty="0"/>
          </a:p>
        </p:txBody>
      </p:sp>
      <p:sp>
        <p:nvSpPr>
          <p:cNvPr id="193" name="Text 73">
            <a:extLst>
              <a:ext uri="{FF2B5EF4-FFF2-40B4-BE49-F238E27FC236}">
                <a16:creationId xmlns:a16="http://schemas.microsoft.com/office/drawing/2014/main" id="{6E81660A-437D-F4C2-BC95-B386516F3923}"/>
              </a:ext>
            </a:extLst>
          </p:cNvPr>
          <p:cNvSpPr/>
          <p:nvPr/>
        </p:nvSpPr>
        <p:spPr>
          <a:xfrm>
            <a:off x="9660803" y="5536486"/>
            <a:ext cx="1028667" cy="2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b="1" noProof="0" dirty="0">
                <a:solidFill>
                  <a:srgbClr val="2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TICKETS</a:t>
            </a:r>
            <a:endParaRPr lang="fr-FR" sz="1000" noProof="0" dirty="0"/>
          </a:p>
        </p:txBody>
      </p:sp>
      <p:sp>
        <p:nvSpPr>
          <p:cNvPr id="195" name="Shape 77">
            <a:extLst>
              <a:ext uri="{FF2B5EF4-FFF2-40B4-BE49-F238E27FC236}">
                <a16:creationId xmlns:a16="http://schemas.microsoft.com/office/drawing/2014/main" id="{6D267A69-F9EA-E158-C031-C0ECDE91577D}"/>
              </a:ext>
            </a:extLst>
          </p:cNvPr>
          <p:cNvSpPr/>
          <p:nvPr/>
        </p:nvSpPr>
        <p:spPr>
          <a:xfrm>
            <a:off x="351366" y="5855252"/>
            <a:ext cx="360033" cy="366799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lang="fr-FR" sz="1000" noProof="0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FD15616-98FC-E713-B232-E00D4A0EF334}"/>
              </a:ext>
            </a:extLst>
          </p:cNvPr>
          <p:cNvSpPr txBox="1">
            <a:spLocks/>
          </p:cNvSpPr>
          <p:nvPr/>
        </p:nvSpPr>
        <p:spPr>
          <a:xfrm>
            <a:off x="568436" y="670157"/>
            <a:ext cx="9546111" cy="52546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15875" indent="-158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GB" sz="2800" b="1" kern="1200" dirty="0" smtClean="0">
                <a:solidFill>
                  <a:srgbClr val="E30613"/>
                </a:solidFill>
                <a:latin typeface="AvenirNext LT Pro Medium" panose="020B05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dirty="0">
                <a:solidFill>
                  <a:srgbClr val="D32F2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JUMP 4.1.52  |  MONTÉE DE VERSION OCTOBRE 2026</a:t>
            </a:r>
            <a:endParaRPr lang="en-US" dirty="0"/>
          </a:p>
        </p:txBody>
      </p:sp>
      <p:sp>
        <p:nvSpPr>
          <p:cNvPr id="45" name="Text 17">
            <a:extLst>
              <a:ext uri="{FF2B5EF4-FFF2-40B4-BE49-F238E27FC236}">
                <a16:creationId xmlns:a16="http://schemas.microsoft.com/office/drawing/2014/main" id="{44F9D980-0164-4476-E0AA-13432CBCFD1B}"/>
              </a:ext>
            </a:extLst>
          </p:cNvPr>
          <p:cNvSpPr/>
          <p:nvPr/>
        </p:nvSpPr>
        <p:spPr>
          <a:xfrm>
            <a:off x="8852072" y="1658060"/>
            <a:ext cx="209456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7D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SOUS VIGILANCE</a:t>
            </a:r>
            <a:endParaRPr lang="en-US" sz="1000" dirty="0"/>
          </a:p>
        </p:txBody>
      </p:sp>
      <p:sp>
        <p:nvSpPr>
          <p:cNvPr id="202" name="Shape 56">
            <a:extLst>
              <a:ext uri="{FF2B5EF4-FFF2-40B4-BE49-F238E27FC236}">
                <a16:creationId xmlns:a16="http://schemas.microsoft.com/office/drawing/2014/main" id="{52FC06A4-531F-EDB3-D0B4-7A79B9EAA1F0}"/>
              </a:ext>
            </a:extLst>
          </p:cNvPr>
          <p:cNvSpPr/>
          <p:nvPr/>
        </p:nvSpPr>
        <p:spPr>
          <a:xfrm>
            <a:off x="945725" y="5854352"/>
            <a:ext cx="2775065" cy="306324"/>
          </a:xfrm>
          <a:prstGeom prst="roundRect">
            <a:avLst>
              <a:gd name="adj" fmla="val 13333"/>
            </a:avLst>
          </a:prstGeom>
          <a:solidFill>
            <a:srgbClr val="EAF6EA"/>
          </a:solidFill>
          <a:ln/>
        </p:spPr>
        <p:txBody>
          <a:bodyPr/>
          <a:lstStyle/>
          <a:p>
            <a:endParaRPr lang="fr-FR" sz="1000" dirty="0"/>
          </a:p>
        </p:txBody>
      </p:sp>
      <p:pic>
        <p:nvPicPr>
          <p:cNvPr id="204" name="Image 14" descr="check.png">
            <a:extLst>
              <a:ext uri="{FF2B5EF4-FFF2-40B4-BE49-F238E27FC236}">
                <a16:creationId xmlns:a16="http://schemas.microsoft.com/office/drawing/2014/main" id="{8EF4CD03-A6FB-AC4B-7482-CF67038C0FB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5453" y="5907968"/>
            <a:ext cx="219456" cy="219456"/>
          </a:xfrm>
          <a:prstGeom prst="rect">
            <a:avLst/>
          </a:prstGeom>
        </p:spPr>
      </p:pic>
      <p:sp>
        <p:nvSpPr>
          <p:cNvPr id="206" name="Text 57">
            <a:extLst>
              <a:ext uri="{FF2B5EF4-FFF2-40B4-BE49-F238E27FC236}">
                <a16:creationId xmlns:a16="http://schemas.microsoft.com/office/drawing/2014/main" id="{6449E691-FF7C-BC06-1BCB-354ACCE7C4AC}"/>
              </a:ext>
            </a:extLst>
          </p:cNvPr>
          <p:cNvSpPr/>
          <p:nvPr/>
        </p:nvSpPr>
        <p:spPr>
          <a:xfrm>
            <a:off x="1357205" y="5798932"/>
            <a:ext cx="2843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tickets </a:t>
            </a:r>
            <a:r>
              <a:rPr lang="en-US" sz="1000" dirty="0">
                <a:solidFill>
                  <a:srgbClr val="262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déjà résolus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1377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DAE5E004-1776-41C1-9D57-DBBDD9E13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46294" y="4601357"/>
            <a:ext cx="5883634" cy="590931"/>
          </a:xfrm>
        </p:spPr>
        <p:txBody>
          <a:bodyPr/>
          <a:lstStyle/>
          <a:p>
            <a:r>
              <a:rPr lang="fr-FR" dirty="0"/>
              <a:t>Zoom HUB AM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81112D8-02A1-4F8E-805D-D7D32BF494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0B9D9B-824C-437E-B87C-640CB12706FF}" type="slidenum">
              <a:rPr lang="fr-FR" smtClean="0"/>
              <a:pPr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01695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1C13F-22A6-9837-02DA-4FFEC9539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6EAA5DD-556A-ADBF-7C18-76F87D3FAC7C}"/>
              </a:ext>
            </a:extLst>
          </p:cNvPr>
          <p:cNvSpPr txBox="1">
            <a:spLocks/>
          </p:cNvSpPr>
          <p:nvPr/>
        </p:nvSpPr>
        <p:spPr>
          <a:xfrm>
            <a:off x="568436" y="670157"/>
            <a:ext cx="6667251" cy="525462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15875" indent="-158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GB" sz="2800" b="1" kern="1200" dirty="0" smtClean="0">
                <a:solidFill>
                  <a:srgbClr val="E30613"/>
                </a:solidFill>
                <a:latin typeface="AvenirNext LT Pro Medium" panose="020B05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36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SITUATION</a:t>
            </a:r>
          </a:p>
          <a:p>
            <a:pPr>
              <a:defRPr/>
            </a:pPr>
            <a:r>
              <a:rPr lang="en-US" sz="3600" dirty="0">
                <a:solidFill>
                  <a:srgbClr val="E872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 ETL + EXTRACTION + EXPOSITION API</a:t>
            </a:r>
            <a:endParaRPr lang="en-US" sz="3600" dirty="0"/>
          </a:p>
          <a:p>
            <a:pPr lvl="0">
              <a:defRPr/>
            </a:pPr>
            <a:endParaRPr lang="fr-FR" sz="3300" dirty="0">
              <a:solidFill>
                <a:schemeClr val="tx1"/>
              </a:solidFill>
            </a:endParaRPr>
          </a:p>
        </p:txBody>
      </p:sp>
      <p:pic>
        <p:nvPicPr>
          <p:cNvPr id="9" name="Graphique 8" descr="Rythme cardiaque contour">
            <a:extLst>
              <a:ext uri="{FF2B5EF4-FFF2-40B4-BE49-F238E27FC236}">
                <a16:creationId xmlns:a16="http://schemas.microsoft.com/office/drawing/2014/main" id="{450CC4FB-B152-62E7-60EE-83547A5B12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7559" y="1193533"/>
            <a:ext cx="396000" cy="396000"/>
          </a:xfrm>
          <a:prstGeom prst="rect">
            <a:avLst/>
          </a:prstGeom>
        </p:spPr>
      </p:pic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DC314FE1-F4DF-9BE9-E728-C9D43FFC87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2136399"/>
              </p:ext>
            </p:extLst>
          </p:nvPr>
        </p:nvGraphicFramePr>
        <p:xfrm>
          <a:off x="3169416" y="1279279"/>
          <a:ext cx="8268884" cy="489966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1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57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91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36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68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PÉRIODE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PÉRIMÈTRE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SUJETS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DEADLINE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COMMENTAIRE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690">
                <a:tc rowSpan="6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T4-2025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700" b="1" dirty="0">
                          <a:solidFill>
                            <a:srgbClr val="2F6F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 </a:t>
                      </a:r>
                      <a:r>
                        <a:rPr lang="fr-FR" sz="700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Flux ETL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700" b="1" dirty="0">
                          <a:solidFill>
                            <a:srgbClr val="9AA0A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›  </a:t>
                      </a:r>
                      <a:r>
                        <a:rPr lang="fr-FR" sz="700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Migration des fichiers JUMP Inventaire / Opération / VL du DWHLEV2 vers le HUB AM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TERMINÉ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fr-FR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69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700" b="1" dirty="0">
                          <a:solidFill>
                            <a:srgbClr val="2F6F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 </a:t>
                      </a:r>
                      <a:r>
                        <a:rPr lang="fr-FR" sz="700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Flux ETL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700" b="1" dirty="0">
                          <a:solidFill>
                            <a:srgbClr val="9AA0A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›  </a:t>
                      </a:r>
                      <a:r>
                        <a:rPr lang="fr-FR" sz="700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Migration des fichiers WizzInvest du DWHLEV2 vers le HUB AM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PROD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750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attente activation</a:t>
                      </a:r>
                      <a:endParaRPr lang="fr-FR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69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700" b="1" dirty="0">
                          <a:solidFill>
                            <a:srgbClr val="2F6F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 </a:t>
                      </a:r>
                      <a:r>
                        <a:rPr lang="fr-FR" sz="700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Flux ETL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700" b="1" dirty="0">
                          <a:solidFill>
                            <a:srgbClr val="9AA0A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›  </a:t>
                      </a:r>
                      <a:r>
                        <a:rPr lang="fr-FR" sz="700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Intégration des fichiers </a:t>
                      </a:r>
                      <a:r>
                        <a:rPr lang="fr-FR" sz="70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Risque Global 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TERMINÉ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fr-FR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469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700" b="1" dirty="0">
                          <a:solidFill>
                            <a:srgbClr val="16A3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◆  </a:t>
                      </a:r>
                      <a:r>
                        <a:rPr lang="fr-FR" sz="700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Devops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700" b="1" dirty="0">
                          <a:solidFill>
                            <a:srgbClr val="9AA0A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›  </a:t>
                      </a:r>
                      <a:r>
                        <a:rPr lang="fr-FR" sz="700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Mise en place de la plateforme de Dev JUPYTER AM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TERMINÉ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fr-FR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469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7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  </a:t>
                      </a:r>
                      <a:r>
                        <a:rPr lang="fr-FR" sz="700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Flux Tradex - SFTP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700" b="1" dirty="0">
                          <a:solidFill>
                            <a:srgbClr val="9AA0A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›  </a:t>
                      </a:r>
                      <a:r>
                        <a:rPr lang="fr-FR" sz="700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Mise en place Flux SFTP entre JUMP &amp; BBG Port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TERMINÉ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fr-FR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469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7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  </a:t>
                      </a:r>
                      <a:r>
                        <a:rPr lang="fr-FR" sz="700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Flux Tradex - SFTP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700" b="1" dirty="0">
                          <a:solidFill>
                            <a:srgbClr val="9AA0A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›  </a:t>
                      </a:r>
                      <a:r>
                        <a:rPr lang="fr-FR" sz="700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Réception des fichiers Reportings BBG Port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TERMINÉ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fr-FR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7302">
                <a:tc rowSpan="1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S1-2026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700" b="1" dirty="0">
                          <a:solidFill>
                            <a:srgbClr val="2F6F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 </a:t>
                      </a:r>
                      <a:r>
                        <a:rPr lang="fr-FR" sz="700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Flux ETL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700" b="1" dirty="0">
                          <a:solidFill>
                            <a:srgbClr val="9AA0A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›  </a:t>
                      </a:r>
                      <a:r>
                        <a:rPr lang="fr-FR" sz="700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Intégration des données API ESG ( MSCI / GAIA )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TERMINÉ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endParaRPr lang="fr-FR" sz="700" kern="1200" dirty="0">
                        <a:solidFill>
                          <a:srgbClr val="1B1B3A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F1F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endParaRPr lang="fr-FR" sz="800" kern="1200" dirty="0">
                        <a:solidFill>
                          <a:srgbClr val="1B1B3A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F6FED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 </a:t>
                      </a:r>
                      <a:r>
                        <a:rPr kumimoji="0" lang="fr-F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B1B3A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Flux ETL</a:t>
                      </a:r>
                      <a:endParaRPr kumimoji="0" lang="fr-F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700" b="1" dirty="0">
                          <a:solidFill>
                            <a:srgbClr val="9AA0A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› </a:t>
                      </a:r>
                      <a:r>
                        <a:rPr lang="fr-FR" sz="700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Intégration des données API JUMP ( Emetteur / Instrument / Portefeuille )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TERMINÉ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573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endParaRPr lang="fr-FR" sz="700" kern="1200" dirty="0">
                        <a:solidFill>
                          <a:srgbClr val="1B1B3A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F1FB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endParaRPr lang="fr-FR" sz="800" kern="1200" dirty="0">
                        <a:solidFill>
                          <a:srgbClr val="1B1B3A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6402394"/>
                  </a:ext>
                </a:extLst>
              </a:tr>
              <a:tr h="17730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F6FED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 </a:t>
                      </a:r>
                      <a:r>
                        <a:rPr kumimoji="0" lang="fr-F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B1B3A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Flux ETL</a:t>
                      </a:r>
                      <a:endParaRPr kumimoji="0" lang="fr-F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700" b="1" dirty="0">
                          <a:solidFill>
                            <a:srgbClr val="9AA0A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› </a:t>
                      </a:r>
                      <a:r>
                        <a:rPr lang="fr-FR" sz="700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Intégration des fichiers CACEIS - Annonce Valo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TERMINÉ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700" b="1" dirty="0">
                          <a:solidFill>
                            <a:srgbClr val="8E44A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■  </a:t>
                      </a:r>
                      <a:r>
                        <a:rPr lang="fr-FR" sz="700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Exposition API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700" b="1" dirty="0">
                          <a:solidFill>
                            <a:srgbClr val="9AA0A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› </a:t>
                      </a:r>
                      <a:r>
                        <a:rPr lang="fr-FR" sz="700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Exposition des Vues HUB AM: ESG / JUMP / Risque Global / WizzInvest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TERMINÉ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1573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endParaRPr lang="fr-FR" sz="700" kern="1200" dirty="0">
                        <a:solidFill>
                          <a:srgbClr val="1B1B3A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F1F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endParaRPr lang="fr-FR" sz="800" kern="1200" dirty="0">
                        <a:solidFill>
                          <a:srgbClr val="1B1B3A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726497"/>
                  </a:ext>
                </a:extLst>
              </a:tr>
              <a:tr h="76338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b="1" dirty="0">
                          <a:solidFill>
                            <a:srgbClr val="1F8F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▼  </a:t>
                      </a:r>
                      <a:r>
                        <a:rPr lang="fr-FR" sz="700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Extraction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700" b="1" dirty="0">
                          <a:solidFill>
                            <a:srgbClr val="9AA0A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› </a:t>
                      </a:r>
                      <a:r>
                        <a:rPr lang="fr-FR" sz="700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Collecte &amp; Mise à dispo des fichiers COGNITIVE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TERMINÉ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00964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endParaRPr lang="fr-FR" sz="700" kern="1200" dirty="0">
                        <a:solidFill>
                          <a:srgbClr val="1B1B3A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F1FB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endParaRPr lang="fr-FR" sz="800" kern="1200" dirty="0">
                        <a:solidFill>
                          <a:srgbClr val="1B1B3A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915056"/>
                  </a:ext>
                </a:extLst>
              </a:tr>
              <a:tr h="17730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b="1" dirty="0">
                          <a:solidFill>
                            <a:srgbClr val="1F8F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▼  </a:t>
                      </a:r>
                      <a:r>
                        <a:rPr lang="fr-FR" sz="700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Extraction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700" b="1" dirty="0">
                          <a:solidFill>
                            <a:srgbClr val="9AA0A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› </a:t>
                      </a:r>
                      <a:r>
                        <a:rPr lang="fr-FR" sz="700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Alerte Dégradation / Amélioration Note ESG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TERMINÉ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b="1" dirty="0">
                          <a:solidFill>
                            <a:srgbClr val="1F8F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▼  </a:t>
                      </a:r>
                      <a:r>
                        <a:rPr lang="fr-FR" sz="700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Extraction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700" b="1" dirty="0">
                          <a:solidFill>
                            <a:srgbClr val="9AA0A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› </a:t>
                      </a:r>
                      <a:r>
                        <a:rPr lang="fr-FR" sz="700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Export Fichier ESG Input Jump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TERMINÉ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1573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endParaRPr lang="fr-FR" sz="700" kern="1200" dirty="0">
                        <a:solidFill>
                          <a:srgbClr val="1B1B3A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F1FB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None/>
                      </a:pPr>
                      <a:endParaRPr lang="fr-FR" sz="800" kern="1200" dirty="0">
                        <a:solidFill>
                          <a:srgbClr val="1B1B3A"/>
                        </a:solidFill>
                        <a:latin typeface="Arial" pitchFamily="34" charset="0"/>
                        <a:ea typeface="Arial" charset="0"/>
                        <a:cs typeface="Arial" pitchFamily="34" charset="-12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EF1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1246015"/>
                  </a:ext>
                </a:extLst>
              </a:tr>
              <a:tr h="17730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7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  </a:t>
                      </a:r>
                      <a:r>
                        <a:rPr lang="fr-FR" sz="700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Flux Tradex – SFTP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700" b="1" dirty="0">
                          <a:solidFill>
                            <a:srgbClr val="9AA0A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› </a:t>
                      </a:r>
                      <a:r>
                        <a:rPr lang="fr-FR" sz="700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Mise en place de Flux en Y Caceis - Montée de Version JUMP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TERMINÉ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4690">
                <a:tc rowSpan="6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S2-2026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700" b="1" dirty="0">
                          <a:solidFill>
                            <a:srgbClr val="2F6F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 </a:t>
                      </a:r>
                      <a:r>
                        <a:rPr lang="fr-FR" sz="700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Flux ETL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700" b="1" dirty="0">
                          <a:solidFill>
                            <a:srgbClr val="9AA0A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› </a:t>
                      </a:r>
                      <a:r>
                        <a:rPr lang="fr-FR" sz="700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Intégration des données Indices / Bench de Bloomberg / Markit / Faircost / MSCI Index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COURS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34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700" b="1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SEPT-26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fr-FR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469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700" b="1" dirty="0">
                          <a:solidFill>
                            <a:srgbClr val="8E44A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■  </a:t>
                      </a:r>
                      <a:r>
                        <a:rPr lang="fr-FR" sz="700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Exposition API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700" b="1" dirty="0">
                          <a:solidFill>
                            <a:srgbClr val="9AA0A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› </a:t>
                      </a:r>
                      <a:r>
                        <a:rPr lang="fr-FR" sz="700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Evolution exposition vues Jump Inventaire / Opération + Liquidité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COURS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34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700" b="1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SEPT-26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fr-FR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4681662"/>
                  </a:ext>
                </a:extLst>
              </a:tr>
              <a:tr h="192077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700" b="1" dirty="0">
                          <a:solidFill>
                            <a:srgbClr val="2F6F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 </a:t>
                      </a:r>
                      <a:r>
                        <a:rPr lang="fr-FR" sz="700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Flux ETL + Reporting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700" b="1" dirty="0">
                          <a:solidFill>
                            <a:srgbClr val="9AA0A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› </a:t>
                      </a:r>
                      <a:r>
                        <a:rPr lang="fr-FR" sz="700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Mise en place de DWH HUB AM + Univers SAP BO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COURS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348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7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B1B3A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LOT1 : </a:t>
                      </a:r>
                      <a:r>
                        <a:rPr kumimoji="0" lang="fr-F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B1B3A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OCT-26</a:t>
                      </a:r>
                      <a:endParaRPr kumimoji="0" lang="fr-F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fr-FR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419178"/>
                  </a:ext>
                </a:extLst>
              </a:tr>
              <a:tr h="192077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700" b="1" dirty="0">
                          <a:solidFill>
                            <a:srgbClr val="16A3A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◆  </a:t>
                      </a:r>
                      <a:r>
                        <a:rPr lang="fr-FR" sz="700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Devops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700" b="1" dirty="0">
                          <a:solidFill>
                            <a:srgbClr val="9AA0A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› </a:t>
                      </a:r>
                      <a:r>
                        <a:rPr lang="fr-FR" sz="700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Mise en place de la plateforme de Dev Python pour automatiser les Dev Jupyter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COURS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348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B1B3A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OCT-26</a:t>
                      </a:r>
                      <a:endParaRPr kumimoji="0" lang="fr-F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fr-FR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762585"/>
                  </a:ext>
                </a:extLst>
              </a:tr>
              <a:tr h="18469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700" b="1" dirty="0">
                          <a:solidFill>
                            <a:srgbClr val="2F6F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 </a:t>
                      </a:r>
                      <a:r>
                        <a:rPr lang="fr-FR" sz="700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Flux ETL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700" b="1" dirty="0">
                          <a:solidFill>
                            <a:srgbClr val="9AA0A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› </a:t>
                      </a:r>
                      <a:r>
                        <a:rPr lang="fr-FR" sz="700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Intégration des données Iceberg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COURS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34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700" b="1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DÉC-26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fr-FR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776479"/>
                  </a:ext>
                </a:extLst>
              </a:tr>
              <a:tr h="18469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b="1" dirty="0">
                          <a:solidFill>
                            <a:srgbClr val="8E44A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 </a:t>
                      </a:r>
                      <a:r>
                        <a:rPr lang="fr-FR" sz="700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Reporting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700" b="1" dirty="0">
                          <a:solidFill>
                            <a:srgbClr val="9AA0A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› </a:t>
                      </a:r>
                      <a:r>
                        <a:rPr lang="fr-FR" sz="700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Réalisation des Reportings APIFRONT / APIRISK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COURS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348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700" b="1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DÉC-26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fr-FR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868243"/>
                  </a:ext>
                </a:extLst>
              </a:tr>
              <a:tr h="184690">
                <a:tc rowSpan="4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F6FED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 </a:t>
                      </a:r>
                      <a:r>
                        <a:rPr kumimoji="0" lang="fr-F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B1B3A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Flux ETL</a:t>
                      </a:r>
                      <a:endParaRPr kumimoji="0" lang="fr-F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700" b="1" dirty="0">
                          <a:solidFill>
                            <a:srgbClr val="9AA0A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› </a:t>
                      </a:r>
                      <a:r>
                        <a:rPr lang="fr-FR" sz="700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Mise en place des flux d'alimentation de DMA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 DÉMARRÉ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fr-FR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469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F6FED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 </a:t>
                      </a:r>
                      <a:r>
                        <a:rPr kumimoji="0" lang="fr-F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B1B3A"/>
                          </a:solidFill>
                          <a:effectLst/>
                          <a:uLnTx/>
                          <a:uFillTx/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Flux ETL</a:t>
                      </a:r>
                      <a:endParaRPr kumimoji="0" lang="fr-F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700" b="1" dirty="0">
                          <a:solidFill>
                            <a:srgbClr val="9AA0A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› </a:t>
                      </a:r>
                      <a:r>
                        <a:rPr lang="fr-FR" sz="700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Intégration des données GAIA - Activités Controversées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 DÉMARRÉ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fr-FR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339829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700" b="1" dirty="0">
                          <a:solidFill>
                            <a:srgbClr val="2F6F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 </a:t>
                      </a:r>
                      <a:r>
                        <a:rPr lang="fr-FR" sz="700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Flux ETL + Reporting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700" b="1" dirty="0">
                          <a:solidFill>
                            <a:srgbClr val="9AA0A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› </a:t>
                      </a:r>
                      <a:r>
                        <a:rPr lang="fr-FR" sz="700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Mise en place de DWH HUB AM + Univers SAP BO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 DÉMARRÉ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772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b="1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FÉVR-27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600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Sera réparti en lots :</a:t>
                      </a:r>
                      <a:endParaRPr lang="fr-FR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fr-FR" sz="600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Lot 2 : Décembre 2026</a:t>
                      </a:r>
                      <a:endParaRPr lang="fr-FR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fr-FR" sz="600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Lot 3 : Février 2027</a:t>
                      </a:r>
                      <a:endParaRPr lang="fr-FR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469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700" b="1" dirty="0">
                          <a:solidFill>
                            <a:srgbClr val="2F6F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●  </a:t>
                      </a:r>
                      <a:r>
                        <a:rPr lang="fr-FR" sz="700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Flux ETL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700" b="1" dirty="0">
                          <a:solidFill>
                            <a:srgbClr val="9AA0A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› </a:t>
                      </a:r>
                      <a:r>
                        <a:rPr lang="fr-FR" sz="700" dirty="0">
                          <a:solidFill>
                            <a:srgbClr val="1B1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Mise en place des flux de collecte à partir de RVA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 DÉMARRÉ</a:t>
                      </a: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fr-FR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fr-FR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38100" marB="381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7" name="Shape 7">
            <a:extLst>
              <a:ext uri="{FF2B5EF4-FFF2-40B4-BE49-F238E27FC236}">
                <a16:creationId xmlns:a16="http://schemas.microsoft.com/office/drawing/2014/main" id="{05A1E440-4435-8CDD-58DB-40E44FB6F269}"/>
              </a:ext>
            </a:extLst>
          </p:cNvPr>
          <p:cNvSpPr/>
          <p:nvPr/>
        </p:nvSpPr>
        <p:spPr>
          <a:xfrm>
            <a:off x="6967726" y="447228"/>
            <a:ext cx="10058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  <a:effectLst>
            <a:outerShdw blurRad="508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F23A5EA-D418-9E51-DB4A-9B10F472F085}"/>
              </a:ext>
            </a:extLst>
          </p:cNvPr>
          <p:cNvSpPr/>
          <p:nvPr/>
        </p:nvSpPr>
        <p:spPr>
          <a:xfrm>
            <a:off x="7086598" y="556956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48D16A18-7EE9-19A4-776D-267B5495CCBA}"/>
              </a:ext>
            </a:extLst>
          </p:cNvPr>
          <p:cNvSpPr/>
          <p:nvPr/>
        </p:nvSpPr>
        <p:spPr>
          <a:xfrm>
            <a:off x="7086598" y="5569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224429EF-596C-60F5-F376-11D47999ABE7}"/>
              </a:ext>
            </a:extLst>
          </p:cNvPr>
          <p:cNvSpPr/>
          <p:nvPr/>
        </p:nvSpPr>
        <p:spPr>
          <a:xfrm>
            <a:off x="6967726" y="7764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B3A"/>
                </a:solidFill>
                <a:latin typeface="Arial" pitchFamily="34" charset="0"/>
                <a:cs typeface="Arial" pitchFamily="34" charset="-120"/>
              </a:rPr>
              <a:t>13</a:t>
            </a:r>
            <a:endParaRPr lang="en-US" sz="1500" dirty="0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3CB8B5DB-6FDB-3323-7292-CB2B4786DC32}"/>
              </a:ext>
            </a:extLst>
          </p:cNvPr>
          <p:cNvSpPr/>
          <p:nvPr/>
        </p:nvSpPr>
        <p:spPr>
          <a:xfrm>
            <a:off x="6986014" y="1023300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TERMINÉS</a:t>
            </a:r>
            <a:endParaRPr lang="en-US" sz="65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0C823AA-BA66-F50B-5A25-A7A6B9ADBB21}"/>
              </a:ext>
            </a:extLst>
          </p:cNvPr>
          <p:cNvSpPr/>
          <p:nvPr/>
        </p:nvSpPr>
        <p:spPr>
          <a:xfrm>
            <a:off x="8046718" y="447228"/>
            <a:ext cx="10058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  <a:effectLst>
            <a:outerShdw blurRad="508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DF83FD3F-895B-F760-77EE-10825BDA5C2D}"/>
              </a:ext>
            </a:extLst>
          </p:cNvPr>
          <p:cNvSpPr/>
          <p:nvPr/>
        </p:nvSpPr>
        <p:spPr>
          <a:xfrm>
            <a:off x="8165590" y="556956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8720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0A93E478-515C-3FED-383C-CA4383CEB34C}"/>
              </a:ext>
            </a:extLst>
          </p:cNvPr>
          <p:cNvSpPr/>
          <p:nvPr/>
        </p:nvSpPr>
        <p:spPr>
          <a:xfrm>
            <a:off x="8165590" y="5569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72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100" dirty="0"/>
          </a:p>
        </p:txBody>
      </p:sp>
      <p:sp>
        <p:nvSpPr>
          <p:cNvPr id="30" name="Text 15">
            <a:extLst>
              <a:ext uri="{FF2B5EF4-FFF2-40B4-BE49-F238E27FC236}">
                <a16:creationId xmlns:a16="http://schemas.microsoft.com/office/drawing/2014/main" id="{0A46F621-957A-B0F6-F972-63BC8386FA9A}"/>
              </a:ext>
            </a:extLst>
          </p:cNvPr>
          <p:cNvSpPr/>
          <p:nvPr/>
        </p:nvSpPr>
        <p:spPr>
          <a:xfrm>
            <a:off x="8046718" y="7764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B3A"/>
                </a:solidFill>
                <a:latin typeface="Arial" pitchFamily="34" charset="0"/>
                <a:cs typeface="Arial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16">
            <a:extLst>
              <a:ext uri="{FF2B5EF4-FFF2-40B4-BE49-F238E27FC236}">
                <a16:creationId xmlns:a16="http://schemas.microsoft.com/office/drawing/2014/main" id="{B71650E5-4EA8-D82E-A5CC-13131EE907AB}"/>
              </a:ext>
            </a:extLst>
          </p:cNvPr>
          <p:cNvSpPr/>
          <p:nvPr/>
        </p:nvSpPr>
        <p:spPr>
          <a:xfrm>
            <a:off x="8065006" y="1023300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COURS</a:t>
            </a:r>
            <a:endParaRPr lang="en-US" sz="650" dirty="0"/>
          </a:p>
        </p:txBody>
      </p:sp>
      <p:sp>
        <p:nvSpPr>
          <p:cNvPr id="36" name="Shape 17">
            <a:extLst>
              <a:ext uri="{FF2B5EF4-FFF2-40B4-BE49-F238E27FC236}">
                <a16:creationId xmlns:a16="http://schemas.microsoft.com/office/drawing/2014/main" id="{BBC77CAE-2280-4EB9-9B73-17154547FCE0}"/>
              </a:ext>
            </a:extLst>
          </p:cNvPr>
          <p:cNvSpPr/>
          <p:nvPr/>
        </p:nvSpPr>
        <p:spPr>
          <a:xfrm>
            <a:off x="9125710" y="447228"/>
            <a:ext cx="10058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  <a:effectLst>
            <a:outerShdw blurRad="508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8" name="Shape 18">
            <a:extLst>
              <a:ext uri="{FF2B5EF4-FFF2-40B4-BE49-F238E27FC236}">
                <a16:creationId xmlns:a16="http://schemas.microsoft.com/office/drawing/2014/main" id="{5EF6FBD8-9A9F-9675-8DE5-03D8F9A8344D}"/>
              </a:ext>
            </a:extLst>
          </p:cNvPr>
          <p:cNvSpPr/>
          <p:nvPr/>
        </p:nvSpPr>
        <p:spPr>
          <a:xfrm>
            <a:off x="9244582" y="556956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C348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8F702F09-0584-5A34-E36F-1B17F69F03AF}"/>
              </a:ext>
            </a:extLst>
          </p:cNvPr>
          <p:cNvSpPr/>
          <p:nvPr/>
        </p:nvSpPr>
        <p:spPr>
          <a:xfrm>
            <a:off x="9244582" y="5569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C3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100" dirty="0"/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B5FD84C8-FE0F-EBFD-9AFA-226C64B302A9}"/>
              </a:ext>
            </a:extLst>
          </p:cNvPr>
          <p:cNvSpPr/>
          <p:nvPr/>
        </p:nvSpPr>
        <p:spPr>
          <a:xfrm>
            <a:off x="9125710" y="7764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/>
              <a:t>4</a:t>
            </a:r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84EC251E-3242-B726-C767-96EC3DCD9DF0}"/>
              </a:ext>
            </a:extLst>
          </p:cNvPr>
          <p:cNvSpPr/>
          <p:nvPr/>
        </p:nvSpPr>
        <p:spPr>
          <a:xfrm>
            <a:off x="9143998" y="1023300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VENIR</a:t>
            </a:r>
            <a:endParaRPr lang="en-US" sz="650" dirty="0"/>
          </a:p>
        </p:txBody>
      </p:sp>
      <p:sp>
        <p:nvSpPr>
          <p:cNvPr id="48" name="Shape 22">
            <a:extLst>
              <a:ext uri="{FF2B5EF4-FFF2-40B4-BE49-F238E27FC236}">
                <a16:creationId xmlns:a16="http://schemas.microsoft.com/office/drawing/2014/main" id="{457505D5-088B-A190-9F38-E6694C791965}"/>
              </a:ext>
            </a:extLst>
          </p:cNvPr>
          <p:cNvSpPr/>
          <p:nvPr/>
        </p:nvSpPr>
        <p:spPr>
          <a:xfrm>
            <a:off x="10204702" y="447228"/>
            <a:ext cx="10058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  <a:effectLst>
            <a:outerShdw blurRad="508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0" name="Shape 23">
            <a:extLst>
              <a:ext uri="{FF2B5EF4-FFF2-40B4-BE49-F238E27FC236}">
                <a16:creationId xmlns:a16="http://schemas.microsoft.com/office/drawing/2014/main" id="{C87434AA-0DDB-A31F-5EA6-B44DFF5F7E43}"/>
              </a:ext>
            </a:extLst>
          </p:cNvPr>
          <p:cNvSpPr/>
          <p:nvPr/>
        </p:nvSpPr>
        <p:spPr>
          <a:xfrm>
            <a:off x="10323574" y="556956"/>
            <a:ext cx="274320" cy="2743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24">
            <a:extLst>
              <a:ext uri="{FF2B5EF4-FFF2-40B4-BE49-F238E27FC236}">
                <a16:creationId xmlns:a16="http://schemas.microsoft.com/office/drawing/2014/main" id="{B76E097A-B556-8265-373F-8343884A207D}"/>
              </a:ext>
            </a:extLst>
          </p:cNvPr>
          <p:cNvSpPr/>
          <p:nvPr/>
        </p:nvSpPr>
        <p:spPr>
          <a:xfrm>
            <a:off x="10323574" y="5569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100" dirty="0"/>
          </a:p>
        </p:txBody>
      </p:sp>
      <p:sp>
        <p:nvSpPr>
          <p:cNvPr id="54" name="Text 25">
            <a:extLst>
              <a:ext uri="{FF2B5EF4-FFF2-40B4-BE49-F238E27FC236}">
                <a16:creationId xmlns:a16="http://schemas.microsoft.com/office/drawing/2014/main" id="{B9D68130-302A-D622-70F6-7F52B53C1AD0}"/>
              </a:ext>
            </a:extLst>
          </p:cNvPr>
          <p:cNvSpPr/>
          <p:nvPr/>
        </p:nvSpPr>
        <p:spPr>
          <a:xfrm>
            <a:off x="10204702" y="7764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1" name="Text 26">
            <a:extLst>
              <a:ext uri="{FF2B5EF4-FFF2-40B4-BE49-F238E27FC236}">
                <a16:creationId xmlns:a16="http://schemas.microsoft.com/office/drawing/2014/main" id="{DEDE587E-A545-5B41-0FF9-444B3FF2515A}"/>
              </a:ext>
            </a:extLst>
          </p:cNvPr>
          <p:cNvSpPr/>
          <p:nvPr/>
        </p:nvSpPr>
        <p:spPr>
          <a:xfrm>
            <a:off x="10222990" y="1023300"/>
            <a:ext cx="969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PRIORITAIRE</a:t>
            </a:r>
            <a:endParaRPr lang="en-US" sz="650" dirty="0"/>
          </a:p>
        </p:txBody>
      </p:sp>
      <p:sp>
        <p:nvSpPr>
          <p:cNvPr id="63" name="Shape 27">
            <a:extLst>
              <a:ext uri="{FF2B5EF4-FFF2-40B4-BE49-F238E27FC236}">
                <a16:creationId xmlns:a16="http://schemas.microsoft.com/office/drawing/2014/main" id="{3D09EDFA-6E0C-EFA1-BA27-5C8758623002}"/>
              </a:ext>
            </a:extLst>
          </p:cNvPr>
          <p:cNvSpPr/>
          <p:nvPr/>
        </p:nvSpPr>
        <p:spPr>
          <a:xfrm>
            <a:off x="856212" y="6295176"/>
            <a:ext cx="144000" cy="144000"/>
          </a:xfrm>
          <a:prstGeom prst="ellipse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5" name="Text 28">
            <a:extLst>
              <a:ext uri="{FF2B5EF4-FFF2-40B4-BE49-F238E27FC236}">
                <a16:creationId xmlns:a16="http://schemas.microsoft.com/office/drawing/2014/main" id="{AE71FD47-E9D9-8012-35A4-36AC41506818}"/>
              </a:ext>
            </a:extLst>
          </p:cNvPr>
          <p:cNvSpPr/>
          <p:nvPr/>
        </p:nvSpPr>
        <p:spPr>
          <a:xfrm>
            <a:off x="1057380" y="62677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TERMINÉ : validé par le métier et en prod</a:t>
            </a:r>
            <a:endParaRPr lang="en-US" sz="850" dirty="0"/>
          </a:p>
        </p:txBody>
      </p:sp>
      <p:sp>
        <p:nvSpPr>
          <p:cNvPr id="67" name="Shape 29">
            <a:extLst>
              <a:ext uri="{FF2B5EF4-FFF2-40B4-BE49-F238E27FC236}">
                <a16:creationId xmlns:a16="http://schemas.microsoft.com/office/drawing/2014/main" id="{19C090CB-C7C5-D6E2-9DB8-F6AE6CB810D2}"/>
              </a:ext>
            </a:extLst>
          </p:cNvPr>
          <p:cNvSpPr/>
          <p:nvPr/>
        </p:nvSpPr>
        <p:spPr>
          <a:xfrm>
            <a:off x="2241949" y="6295176"/>
            <a:ext cx="144000" cy="144000"/>
          </a:xfrm>
          <a:prstGeom prst="ellipse">
            <a:avLst/>
          </a:prstGeom>
          <a:solidFill>
            <a:srgbClr val="E8720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0" name="Text 30">
            <a:extLst>
              <a:ext uri="{FF2B5EF4-FFF2-40B4-BE49-F238E27FC236}">
                <a16:creationId xmlns:a16="http://schemas.microsoft.com/office/drawing/2014/main" id="{70EBDB85-97EC-EDE4-7632-30097B4FB92E}"/>
              </a:ext>
            </a:extLst>
          </p:cNvPr>
          <p:cNvSpPr/>
          <p:nvPr/>
        </p:nvSpPr>
        <p:spPr>
          <a:xfrm>
            <a:off x="2443117" y="6267744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PROD : en production à valider</a:t>
            </a:r>
            <a:endParaRPr lang="en-US" sz="850" dirty="0"/>
          </a:p>
        </p:txBody>
      </p:sp>
      <p:sp>
        <p:nvSpPr>
          <p:cNvPr id="74" name="Shape 31">
            <a:extLst>
              <a:ext uri="{FF2B5EF4-FFF2-40B4-BE49-F238E27FC236}">
                <a16:creationId xmlns:a16="http://schemas.microsoft.com/office/drawing/2014/main" id="{F7D86BF4-604F-192D-6045-16F54129F1AE}"/>
              </a:ext>
            </a:extLst>
          </p:cNvPr>
          <p:cNvSpPr/>
          <p:nvPr/>
        </p:nvSpPr>
        <p:spPr>
          <a:xfrm>
            <a:off x="3933590" y="6295176"/>
            <a:ext cx="144000" cy="144000"/>
          </a:xfrm>
          <a:prstGeom prst="ellipse">
            <a:avLst/>
          </a:prstGeom>
          <a:solidFill>
            <a:srgbClr val="6C348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C0D17155-A2CF-3134-C921-8EC1FD2CC4D1}"/>
              </a:ext>
            </a:extLst>
          </p:cNvPr>
          <p:cNvSpPr/>
          <p:nvPr/>
        </p:nvSpPr>
        <p:spPr>
          <a:xfrm>
            <a:off x="4134758" y="6267744"/>
            <a:ext cx="17351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COURS : en cours de réalisation</a:t>
            </a:r>
            <a:endParaRPr lang="en-US" sz="850" dirty="0"/>
          </a:p>
        </p:txBody>
      </p:sp>
      <p:sp>
        <p:nvSpPr>
          <p:cNvPr id="78" name="Shape 33">
            <a:extLst>
              <a:ext uri="{FF2B5EF4-FFF2-40B4-BE49-F238E27FC236}">
                <a16:creationId xmlns:a16="http://schemas.microsoft.com/office/drawing/2014/main" id="{F231515B-69DF-48BE-4133-08DDCB834E0D}"/>
              </a:ext>
            </a:extLst>
          </p:cNvPr>
          <p:cNvSpPr/>
          <p:nvPr/>
        </p:nvSpPr>
        <p:spPr>
          <a:xfrm>
            <a:off x="5536006" y="6295176"/>
            <a:ext cx="144000" cy="144000"/>
          </a:xfrm>
          <a:prstGeom prst="ellipse">
            <a:avLst/>
          </a:prstGeom>
          <a:solidFill>
            <a:srgbClr val="E8720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0" name="Text 34">
            <a:extLst>
              <a:ext uri="{FF2B5EF4-FFF2-40B4-BE49-F238E27FC236}">
                <a16:creationId xmlns:a16="http://schemas.microsoft.com/office/drawing/2014/main" id="{0D8B772C-D722-6A0F-7E2B-BF0A42A2C137}"/>
              </a:ext>
            </a:extLst>
          </p:cNvPr>
          <p:cNvSpPr/>
          <p:nvPr/>
        </p:nvSpPr>
        <p:spPr>
          <a:xfrm>
            <a:off x="5731632" y="62677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DÉMARRÉ</a:t>
            </a:r>
            <a:endParaRPr lang="en-US" sz="850" dirty="0"/>
          </a:p>
        </p:txBody>
      </p:sp>
      <p:sp>
        <p:nvSpPr>
          <p:cNvPr id="82" name="Shape 35">
            <a:extLst>
              <a:ext uri="{FF2B5EF4-FFF2-40B4-BE49-F238E27FC236}">
                <a16:creationId xmlns:a16="http://schemas.microsoft.com/office/drawing/2014/main" id="{1164B7C0-BBA3-9D8C-C806-AF6F06D475A3}"/>
              </a:ext>
            </a:extLst>
          </p:cNvPr>
          <p:cNvSpPr/>
          <p:nvPr/>
        </p:nvSpPr>
        <p:spPr>
          <a:xfrm>
            <a:off x="6842440" y="6295176"/>
            <a:ext cx="144000" cy="144000"/>
          </a:xfrm>
          <a:prstGeom prst="ellipse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4" name="Text 36">
            <a:extLst>
              <a:ext uri="{FF2B5EF4-FFF2-40B4-BE49-F238E27FC236}">
                <a16:creationId xmlns:a16="http://schemas.microsoft.com/office/drawing/2014/main" id="{AC49DF9F-0668-64CC-919E-C32624AB7F92}"/>
              </a:ext>
            </a:extLst>
          </p:cNvPr>
          <p:cNvSpPr/>
          <p:nvPr/>
        </p:nvSpPr>
        <p:spPr>
          <a:xfrm>
            <a:off x="7043608" y="626774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PRIORITAIRE</a:t>
            </a:r>
            <a:endParaRPr lang="en-US" sz="850" dirty="0"/>
          </a:p>
        </p:txBody>
      </p:sp>
      <p:graphicFrame>
        <p:nvGraphicFramePr>
          <p:cNvPr id="98" name="Tableau 97">
            <a:extLst>
              <a:ext uri="{FF2B5EF4-FFF2-40B4-BE49-F238E27FC236}">
                <a16:creationId xmlns:a16="http://schemas.microsoft.com/office/drawing/2014/main" id="{FA6D0E7F-207E-CC73-2E83-F0BF8397EB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712010"/>
              </p:ext>
            </p:extLst>
          </p:nvPr>
        </p:nvGraphicFramePr>
        <p:xfrm>
          <a:off x="286699" y="1653917"/>
          <a:ext cx="2817740" cy="695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7740">
                  <a:extLst>
                    <a:ext uri="{9D8B030D-6E8A-4147-A177-3AD203B41FA5}">
                      <a16:colId xmlns:a16="http://schemas.microsoft.com/office/drawing/2014/main" val="854790610"/>
                    </a:ext>
                  </a:extLst>
                </a:gridCol>
              </a:tblGrid>
              <a:tr h="145069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Collecte de données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862160"/>
                  </a:ext>
                </a:extLst>
              </a:tr>
              <a:tr h="466784">
                <a:tc>
                  <a:txBody>
                    <a:bodyPr/>
                    <a:lstStyle/>
                    <a:p>
                      <a:pPr marL="171450" indent="-17145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700" b="0" i="0" dirty="0">
                          <a:effectLst/>
                          <a:latin typeface="Segoe UI" panose="020B0502040204020203" pitchFamily="34" charset="0"/>
                        </a:rPr>
                        <a:t>Collecte des données sources </a:t>
                      </a:r>
                      <a:r>
                        <a:rPr lang="fr-FR" sz="700" b="1" i="0" dirty="0">
                          <a:effectLst/>
                          <a:latin typeface="Segoe UI" panose="020B0502040204020203" pitchFamily="34" charset="0"/>
                        </a:rPr>
                        <a:t>quasi finalisée 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700" b="0" i="0" dirty="0">
                          <a:effectLst/>
                          <a:latin typeface="Segoe UI" panose="020B0502040204020203" pitchFamily="34" charset="0"/>
                        </a:rPr>
                        <a:t>Couverture fonctionnelle </a:t>
                      </a:r>
                      <a:r>
                        <a:rPr lang="fr-FR" sz="700" b="1" i="0" dirty="0">
                          <a:effectLst/>
                          <a:latin typeface="Segoe UI" panose="020B0502040204020203" pitchFamily="34" charset="0"/>
                        </a:rPr>
                        <a:t>globalement atteinte</a:t>
                      </a:r>
                      <a:endParaRPr lang="fr-FR" sz="700" b="0" i="0" dirty="0"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36000" marR="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532862"/>
                  </a:ext>
                </a:extLst>
              </a:tr>
            </a:tbl>
          </a:graphicData>
        </a:graphic>
      </p:graphicFrame>
      <p:graphicFrame>
        <p:nvGraphicFramePr>
          <p:cNvPr id="102" name="Tableau 101">
            <a:extLst>
              <a:ext uri="{FF2B5EF4-FFF2-40B4-BE49-F238E27FC236}">
                <a16:creationId xmlns:a16="http://schemas.microsoft.com/office/drawing/2014/main" id="{A4270105-55B4-E3F2-ABD5-E324A8E067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768302"/>
              </p:ext>
            </p:extLst>
          </p:nvPr>
        </p:nvGraphicFramePr>
        <p:xfrm>
          <a:off x="286699" y="2450553"/>
          <a:ext cx="2817740" cy="6422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7740">
                  <a:extLst>
                    <a:ext uri="{9D8B030D-6E8A-4147-A177-3AD203B41FA5}">
                      <a16:colId xmlns:a16="http://schemas.microsoft.com/office/drawing/2014/main" val="854790610"/>
                    </a:ext>
                  </a:extLst>
                </a:gridCol>
              </a:tblGrid>
              <a:tr h="22521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9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Expositions de données</a:t>
                      </a:r>
                    </a:p>
                  </a:txBody>
                  <a:tcPr marL="36000" marT="0" marB="3600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862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71450" indent="-17145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700" b="0" i="0" dirty="0">
                          <a:effectLst/>
                          <a:latin typeface="Segoe UI" panose="020B0502040204020203" pitchFamily="34" charset="0"/>
                        </a:rPr>
                        <a:t>Exposition des données via vues HUB AM et APIs réalisée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700" b="0" i="0" dirty="0">
                          <a:effectLst/>
                          <a:latin typeface="Segoe UI" panose="020B0502040204020203" pitchFamily="34" charset="0"/>
                        </a:rPr>
                        <a:t>Ajustements et compléments en cours</a:t>
                      </a:r>
                    </a:p>
                  </a:txBody>
                  <a:tcPr marL="36000" marT="0" marB="360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532862"/>
                  </a:ext>
                </a:extLst>
              </a:tr>
            </a:tbl>
          </a:graphicData>
        </a:graphic>
      </p:graphicFrame>
      <p:graphicFrame>
        <p:nvGraphicFramePr>
          <p:cNvPr id="105" name="Tableau 104">
            <a:extLst>
              <a:ext uri="{FF2B5EF4-FFF2-40B4-BE49-F238E27FC236}">
                <a16:creationId xmlns:a16="http://schemas.microsoft.com/office/drawing/2014/main" id="{71F5799F-B041-31E3-457F-FBB4EA3C0D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1661802"/>
              </p:ext>
            </p:extLst>
          </p:nvPr>
        </p:nvGraphicFramePr>
        <p:xfrm>
          <a:off x="286699" y="3209513"/>
          <a:ext cx="2817741" cy="7214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7741">
                  <a:extLst>
                    <a:ext uri="{9D8B030D-6E8A-4147-A177-3AD203B41FA5}">
                      <a16:colId xmlns:a16="http://schemas.microsoft.com/office/drawing/2014/main" val="854790610"/>
                    </a:ext>
                  </a:extLst>
                </a:gridCol>
              </a:tblGrid>
              <a:tr h="248998">
                <a:tc>
                  <a:txBody>
                    <a:bodyPr/>
                    <a:lstStyle/>
                    <a:p>
                      <a:r>
                        <a:rPr lang="fr-FR" sz="10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Reporting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862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71450" indent="-17145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700" b="0" i="0" dirty="0">
                          <a:effectLst/>
                          <a:latin typeface="Segoe UI" panose="020B0502040204020203" pitchFamily="34" charset="0"/>
                        </a:rPr>
                        <a:t>Reporting en cours / retard sur les </a:t>
                      </a:r>
                      <a:r>
                        <a:rPr lang="fr-FR" sz="700" b="0" i="0" dirty="0" err="1">
                          <a:effectLst/>
                          <a:latin typeface="Segoe UI" panose="020B0502040204020203" pitchFamily="34" charset="0"/>
                        </a:rPr>
                        <a:t>reporting</a:t>
                      </a:r>
                      <a:r>
                        <a:rPr lang="fr-FR" sz="700" b="0" i="0" dirty="0">
                          <a:effectLst/>
                          <a:latin typeface="Segoe UI" panose="020B0502040204020203" pitchFamily="34" charset="0"/>
                        </a:rPr>
                        <a:t> prioritaires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700" b="0" i="0" dirty="0">
                          <a:effectLst/>
                          <a:latin typeface="Segoe UI" panose="020B0502040204020203" pitchFamily="34" charset="0"/>
                        </a:rPr>
                        <a:t>Structuration et fiabilisation des besoins métiers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532862"/>
                  </a:ext>
                </a:extLst>
              </a:tr>
            </a:tbl>
          </a:graphicData>
        </a:graphic>
      </p:graphicFrame>
      <p:graphicFrame>
        <p:nvGraphicFramePr>
          <p:cNvPr id="107" name="Tableau 106">
            <a:extLst>
              <a:ext uri="{FF2B5EF4-FFF2-40B4-BE49-F238E27FC236}">
                <a16:creationId xmlns:a16="http://schemas.microsoft.com/office/drawing/2014/main" id="{F2ACD669-A5E3-1D82-BA4D-4875B73BB1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390165"/>
              </p:ext>
            </p:extLst>
          </p:nvPr>
        </p:nvGraphicFramePr>
        <p:xfrm>
          <a:off x="286699" y="4101645"/>
          <a:ext cx="2817742" cy="11024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7742">
                  <a:extLst>
                    <a:ext uri="{9D8B030D-6E8A-4147-A177-3AD203B41FA5}">
                      <a16:colId xmlns:a16="http://schemas.microsoft.com/office/drawing/2014/main" val="854790610"/>
                    </a:ext>
                  </a:extLst>
                </a:gridCol>
              </a:tblGrid>
              <a:tr h="248998">
                <a:tc>
                  <a:txBody>
                    <a:bodyPr/>
                    <a:lstStyle/>
                    <a:p>
                      <a:r>
                        <a:rPr lang="fr-FR" sz="10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Outillage métier (S2)</a:t>
                      </a:r>
                      <a:endParaRPr lang="fr-FR" sz="1000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862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71450" indent="-17145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700" b="0" i="0" dirty="0">
                          <a:effectLst/>
                          <a:latin typeface="Segoe UI" panose="020B0502040204020203" pitchFamily="34" charset="0"/>
                        </a:rPr>
                        <a:t>Mise en place de SAP BO en préparation (prérequis mise en place cube)</a:t>
                      </a:r>
                    </a:p>
                    <a:p>
                      <a:pPr marL="171450" indent="-171450"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fr-FR" sz="700" b="0" i="0" dirty="0">
                          <a:effectLst/>
                          <a:latin typeface="Segoe UI" panose="020B0502040204020203" pitchFamily="34" charset="0"/>
                        </a:rPr>
                        <a:t>Objectif : autonomie des métiers et industrialisation des usages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5328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623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FEA3A-6358-3252-8D8D-A05FA1DE2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3">
            <a:extLst>
              <a:ext uri="{FF2B5EF4-FFF2-40B4-BE49-F238E27FC236}">
                <a16:creationId xmlns:a16="http://schemas.microsoft.com/office/drawing/2014/main" id="{9A8D7505-51E5-3586-48FB-71CCF21E1A28}"/>
              </a:ext>
            </a:extLst>
          </p:cNvPr>
          <p:cNvSpPr txBox="1">
            <a:spLocks/>
          </p:cNvSpPr>
          <p:nvPr/>
        </p:nvSpPr>
        <p:spPr>
          <a:xfrm>
            <a:off x="568436" y="670157"/>
            <a:ext cx="6667251" cy="525462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15875" indent="-158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GB" sz="2800" b="1" kern="1200" dirty="0" smtClean="0">
                <a:solidFill>
                  <a:srgbClr val="E30613"/>
                </a:solidFill>
                <a:latin typeface="AvenirNext LT Pro Medium" panose="020B05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36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SITUATION</a:t>
            </a:r>
          </a:p>
          <a:p>
            <a:pPr>
              <a:defRPr/>
            </a:pPr>
            <a:r>
              <a:rPr lang="en-US" sz="3600" dirty="0">
                <a:solidFill>
                  <a:srgbClr val="E872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</a:t>
            </a:r>
            <a:endParaRPr lang="en-US" sz="3600" dirty="0"/>
          </a:p>
          <a:p>
            <a:pPr lvl="0">
              <a:defRPr/>
            </a:pPr>
            <a:endParaRPr lang="fr-FR" sz="3300" dirty="0">
              <a:solidFill>
                <a:schemeClr val="tx1"/>
              </a:solidFill>
            </a:endParaRPr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B5319F35-D1D5-C217-7E4E-8732410433B1}"/>
              </a:ext>
            </a:extLst>
          </p:cNvPr>
          <p:cNvSpPr/>
          <p:nvPr/>
        </p:nvSpPr>
        <p:spPr>
          <a:xfrm>
            <a:off x="320040" y="1333648"/>
            <a:ext cx="1119492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graphicFrame>
        <p:nvGraphicFramePr>
          <p:cNvPr id="9" name="Chart 0">
            <a:extLst>
              <a:ext uri="{FF2B5EF4-FFF2-40B4-BE49-F238E27FC236}">
                <a16:creationId xmlns:a16="http://schemas.microsoft.com/office/drawing/2014/main" id="{0BFD4F9F-8DE3-452B-B8E2-F75A70BF43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1757121"/>
              </p:ext>
            </p:extLst>
          </p:nvPr>
        </p:nvGraphicFramePr>
        <p:xfrm>
          <a:off x="457200" y="1406800"/>
          <a:ext cx="713232" cy="7132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Text 7">
            <a:extLst>
              <a:ext uri="{FF2B5EF4-FFF2-40B4-BE49-F238E27FC236}">
                <a16:creationId xmlns:a16="http://schemas.microsoft.com/office/drawing/2014/main" id="{3C6F14C2-53DD-DD91-C162-34BADB4561F7}"/>
              </a:ext>
            </a:extLst>
          </p:cNvPr>
          <p:cNvSpPr/>
          <p:nvPr/>
        </p:nvSpPr>
        <p:spPr>
          <a:xfrm>
            <a:off x="457200" y="14068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300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051D3382-DF8E-B73C-658D-082DDEE1394C}"/>
              </a:ext>
            </a:extLst>
          </p:cNvPr>
          <p:cNvSpPr/>
          <p:nvPr/>
        </p:nvSpPr>
        <p:spPr>
          <a:xfrm>
            <a:off x="1417320" y="1443376"/>
            <a:ext cx="0" cy="621792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73319130-E500-E1BF-877B-831F95E11F35}"/>
              </a:ext>
            </a:extLst>
          </p:cNvPr>
          <p:cNvSpPr/>
          <p:nvPr/>
        </p:nvSpPr>
        <p:spPr>
          <a:xfrm>
            <a:off x="1600200" y="1534816"/>
            <a:ext cx="438912" cy="43891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0B0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1C117737-F45F-FACC-37DC-4FED3B4E8926}"/>
              </a:ext>
            </a:extLst>
          </p:cNvPr>
          <p:cNvSpPr/>
          <p:nvPr/>
        </p:nvSpPr>
        <p:spPr>
          <a:xfrm>
            <a:off x="1600200" y="1516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D0F57493-279D-0E80-6C76-B97951BA3E3A}"/>
              </a:ext>
            </a:extLst>
          </p:cNvPr>
          <p:cNvSpPr/>
          <p:nvPr/>
        </p:nvSpPr>
        <p:spPr>
          <a:xfrm>
            <a:off x="2103120" y="14433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4FF771C4-11CD-9DF1-C478-9DD386D7840E}"/>
              </a:ext>
            </a:extLst>
          </p:cNvPr>
          <p:cNvSpPr/>
          <p:nvPr/>
        </p:nvSpPr>
        <p:spPr>
          <a:xfrm>
            <a:off x="2103120" y="1818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3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TERMINÉ</a:t>
            </a:r>
            <a:endParaRPr lang="en-US" sz="730" dirty="0"/>
          </a:p>
        </p:txBody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82318CE9-4E58-2009-A293-70CF714BFAF6}"/>
              </a:ext>
            </a:extLst>
          </p:cNvPr>
          <p:cNvSpPr/>
          <p:nvPr/>
        </p:nvSpPr>
        <p:spPr>
          <a:xfrm>
            <a:off x="3611880" y="1534816"/>
            <a:ext cx="438912" cy="43891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E8720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14">
            <a:extLst>
              <a:ext uri="{FF2B5EF4-FFF2-40B4-BE49-F238E27FC236}">
                <a16:creationId xmlns:a16="http://schemas.microsoft.com/office/drawing/2014/main" id="{79CB888F-5A35-FB46-4ABF-527D497377FC}"/>
              </a:ext>
            </a:extLst>
          </p:cNvPr>
          <p:cNvSpPr/>
          <p:nvPr/>
        </p:nvSpPr>
        <p:spPr>
          <a:xfrm>
            <a:off x="3611880" y="1516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72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500" dirty="0"/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95C61075-F794-F8D3-E1BE-BE7479644AD6}"/>
              </a:ext>
            </a:extLst>
          </p:cNvPr>
          <p:cNvSpPr/>
          <p:nvPr/>
        </p:nvSpPr>
        <p:spPr>
          <a:xfrm>
            <a:off x="4114800" y="14433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29" name="Text 16">
            <a:extLst>
              <a:ext uri="{FF2B5EF4-FFF2-40B4-BE49-F238E27FC236}">
                <a16:creationId xmlns:a16="http://schemas.microsoft.com/office/drawing/2014/main" id="{507B6D7F-0896-F580-39D1-71A8B286A9F9}"/>
              </a:ext>
            </a:extLst>
          </p:cNvPr>
          <p:cNvSpPr/>
          <p:nvPr/>
        </p:nvSpPr>
        <p:spPr>
          <a:xfrm>
            <a:off x="4114800" y="1818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30" b="1" dirty="0">
                <a:solidFill>
                  <a:srgbClr val="E872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COURS</a:t>
            </a:r>
            <a:endParaRPr lang="en-US" sz="730" dirty="0"/>
          </a:p>
        </p:txBody>
      </p:sp>
      <p:sp>
        <p:nvSpPr>
          <p:cNvPr id="31" name="Shape 17">
            <a:extLst>
              <a:ext uri="{FF2B5EF4-FFF2-40B4-BE49-F238E27FC236}">
                <a16:creationId xmlns:a16="http://schemas.microsoft.com/office/drawing/2014/main" id="{705D1130-A787-F2F3-3EE9-452FEDDFCA73}"/>
              </a:ext>
            </a:extLst>
          </p:cNvPr>
          <p:cNvSpPr/>
          <p:nvPr/>
        </p:nvSpPr>
        <p:spPr>
          <a:xfrm>
            <a:off x="5623560" y="1534816"/>
            <a:ext cx="438912" cy="43891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70AD4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352EF8CE-2298-1A90-2EFC-DC8B25D6B879}"/>
              </a:ext>
            </a:extLst>
          </p:cNvPr>
          <p:cNvSpPr/>
          <p:nvPr/>
        </p:nvSpPr>
        <p:spPr>
          <a:xfrm>
            <a:off x="5623560" y="1516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500" dirty="0"/>
          </a:p>
        </p:txBody>
      </p:sp>
      <p:sp>
        <p:nvSpPr>
          <p:cNvPr id="35" name="Text 19">
            <a:extLst>
              <a:ext uri="{FF2B5EF4-FFF2-40B4-BE49-F238E27FC236}">
                <a16:creationId xmlns:a16="http://schemas.microsoft.com/office/drawing/2014/main" id="{6C0E4F28-A27A-A286-4BF1-EC51B9CD424F}"/>
              </a:ext>
            </a:extLst>
          </p:cNvPr>
          <p:cNvSpPr/>
          <p:nvPr/>
        </p:nvSpPr>
        <p:spPr>
          <a:xfrm>
            <a:off x="6126480" y="14433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37" name="Text 20">
            <a:extLst>
              <a:ext uri="{FF2B5EF4-FFF2-40B4-BE49-F238E27FC236}">
                <a16:creationId xmlns:a16="http://schemas.microsoft.com/office/drawing/2014/main" id="{CAE044B3-7FB5-9520-1745-F6C7F45B08B2}"/>
              </a:ext>
            </a:extLst>
          </p:cNvPr>
          <p:cNvSpPr/>
          <p:nvPr/>
        </p:nvSpPr>
        <p:spPr>
          <a:xfrm>
            <a:off x="6126480" y="1818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30" b="1" dirty="0">
                <a:solidFill>
                  <a:srgbClr val="70AD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PROD</a:t>
            </a:r>
            <a:endParaRPr lang="en-US" sz="730" dirty="0"/>
          </a:p>
        </p:txBody>
      </p:sp>
      <p:sp>
        <p:nvSpPr>
          <p:cNvPr id="39" name="Shape 21">
            <a:extLst>
              <a:ext uri="{FF2B5EF4-FFF2-40B4-BE49-F238E27FC236}">
                <a16:creationId xmlns:a16="http://schemas.microsoft.com/office/drawing/2014/main" id="{1563D9CD-7F34-E142-0BA4-9874DD6FFE43}"/>
              </a:ext>
            </a:extLst>
          </p:cNvPr>
          <p:cNvSpPr/>
          <p:nvPr/>
        </p:nvSpPr>
        <p:spPr>
          <a:xfrm>
            <a:off x="7635240" y="1534816"/>
            <a:ext cx="438912" cy="43891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C9A4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22">
            <a:extLst>
              <a:ext uri="{FF2B5EF4-FFF2-40B4-BE49-F238E27FC236}">
                <a16:creationId xmlns:a16="http://schemas.microsoft.com/office/drawing/2014/main" id="{6D7AFB87-113B-AFA4-F977-F2C41C3201A3}"/>
              </a:ext>
            </a:extLst>
          </p:cNvPr>
          <p:cNvSpPr/>
          <p:nvPr/>
        </p:nvSpPr>
        <p:spPr>
          <a:xfrm>
            <a:off x="7635240" y="1516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9A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500" dirty="0"/>
          </a:p>
        </p:txBody>
      </p:sp>
      <p:sp>
        <p:nvSpPr>
          <p:cNvPr id="43" name="Text 23">
            <a:extLst>
              <a:ext uri="{FF2B5EF4-FFF2-40B4-BE49-F238E27FC236}">
                <a16:creationId xmlns:a16="http://schemas.microsoft.com/office/drawing/2014/main" id="{D343D1C8-ECB8-92FB-CCCA-E86766C616CD}"/>
              </a:ext>
            </a:extLst>
          </p:cNvPr>
          <p:cNvSpPr/>
          <p:nvPr/>
        </p:nvSpPr>
        <p:spPr>
          <a:xfrm>
            <a:off x="8138160" y="14433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45" name="Text 24">
            <a:extLst>
              <a:ext uri="{FF2B5EF4-FFF2-40B4-BE49-F238E27FC236}">
                <a16:creationId xmlns:a16="http://schemas.microsoft.com/office/drawing/2014/main" id="{26FE004D-5878-9507-1812-9210328C5778}"/>
              </a:ext>
            </a:extLst>
          </p:cNvPr>
          <p:cNvSpPr/>
          <p:nvPr/>
        </p:nvSpPr>
        <p:spPr>
          <a:xfrm>
            <a:off x="8138160" y="1818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30" b="1" dirty="0">
                <a:solidFill>
                  <a:srgbClr val="C9A4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CONFIRMER / ETUDIER</a:t>
            </a:r>
            <a:endParaRPr lang="en-US" sz="730" dirty="0"/>
          </a:p>
        </p:txBody>
      </p:sp>
      <p:sp>
        <p:nvSpPr>
          <p:cNvPr id="47" name="Shape 25">
            <a:extLst>
              <a:ext uri="{FF2B5EF4-FFF2-40B4-BE49-F238E27FC236}">
                <a16:creationId xmlns:a16="http://schemas.microsoft.com/office/drawing/2014/main" id="{E9945773-A2C9-9B4B-8600-8D941D981321}"/>
              </a:ext>
            </a:extLst>
          </p:cNvPr>
          <p:cNvSpPr/>
          <p:nvPr/>
        </p:nvSpPr>
        <p:spPr>
          <a:xfrm>
            <a:off x="9646920" y="1534816"/>
            <a:ext cx="438912" cy="438912"/>
          </a:xfrm>
          <a:prstGeom prst="ellipse">
            <a:avLst/>
          </a:prstGeom>
          <a:solidFill>
            <a:srgbClr val="FFFFFF"/>
          </a:solidFill>
          <a:ln w="22225">
            <a:solidFill>
              <a:srgbClr val="8497B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26">
            <a:extLst>
              <a:ext uri="{FF2B5EF4-FFF2-40B4-BE49-F238E27FC236}">
                <a16:creationId xmlns:a16="http://schemas.microsoft.com/office/drawing/2014/main" id="{9CB236AD-A77E-80DD-3085-432E4CC52E68}"/>
              </a:ext>
            </a:extLst>
          </p:cNvPr>
          <p:cNvSpPr/>
          <p:nvPr/>
        </p:nvSpPr>
        <p:spPr>
          <a:xfrm>
            <a:off x="9646920" y="15165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4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endParaRPr lang="en-US" sz="1500" dirty="0"/>
          </a:p>
        </p:txBody>
      </p:sp>
      <p:sp>
        <p:nvSpPr>
          <p:cNvPr id="51" name="Text 27">
            <a:extLst>
              <a:ext uri="{FF2B5EF4-FFF2-40B4-BE49-F238E27FC236}">
                <a16:creationId xmlns:a16="http://schemas.microsoft.com/office/drawing/2014/main" id="{4A466A82-3C73-0405-6796-4A52B857A5DB}"/>
              </a:ext>
            </a:extLst>
          </p:cNvPr>
          <p:cNvSpPr/>
          <p:nvPr/>
        </p:nvSpPr>
        <p:spPr>
          <a:xfrm>
            <a:off x="10149840" y="14433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B319BA4F-67EE-260C-A8CA-BA38B5F855A4}"/>
              </a:ext>
            </a:extLst>
          </p:cNvPr>
          <p:cNvSpPr/>
          <p:nvPr/>
        </p:nvSpPr>
        <p:spPr>
          <a:xfrm>
            <a:off x="10149840" y="1818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30" b="1" dirty="0">
                <a:solidFill>
                  <a:srgbClr val="8497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HORS SCOPE</a:t>
            </a:r>
            <a:endParaRPr lang="en-US" sz="730" dirty="0"/>
          </a:p>
        </p:txBody>
      </p:sp>
      <p:graphicFrame>
        <p:nvGraphicFramePr>
          <p:cNvPr id="55" name="Table 0">
            <a:extLst>
              <a:ext uri="{FF2B5EF4-FFF2-40B4-BE49-F238E27FC236}">
                <a16:creationId xmlns:a16="http://schemas.microsoft.com/office/drawing/2014/main" id="{AC0CE23B-9836-006F-72D7-B63939EDFE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016145"/>
              </p:ext>
            </p:extLst>
          </p:nvPr>
        </p:nvGraphicFramePr>
        <p:xfrm>
          <a:off x="320040" y="2366920"/>
          <a:ext cx="11194926" cy="3139440"/>
        </p:xfrm>
        <a:graphic>
          <a:graphicData uri="http://schemas.openxmlformats.org/drawingml/2006/table">
            <a:tbl>
              <a:tblPr/>
              <a:tblGrid>
                <a:gridCol w="1150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708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89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346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Périmètre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Sujets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Commentaire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11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Reporting et export fichier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Génération Fichier Input ESG JUMP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TERMINE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21/08 : validation et activation 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Alerte Mail Dégradation Note ESG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TERMINE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Notification envoyée au quotidien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Encours et flux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20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COURS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RAF: validation métier en cours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C810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Performances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20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COURS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RAF: validation métier + ajustement à convenir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API-EXPOS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20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COURS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EDB à convenir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AAM_Extra_Financial_Data_Base_XL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20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PROD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API-ALERTS - ESG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20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confirmer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API-TRANSPA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20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confirmer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Tableau de bord CODIR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Hors Scope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Export Fichier Spread Research By Rating / By KPI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20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étudier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Planifié pour septembre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Hors Scope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10/06/26 : Sujet déprioritisé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0234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A6635-AA15-D314-0528-1C71A4929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texte 3">
            <a:extLst>
              <a:ext uri="{FF2B5EF4-FFF2-40B4-BE49-F238E27FC236}">
                <a16:creationId xmlns:a16="http://schemas.microsoft.com/office/drawing/2014/main" id="{F8E40ADE-9FFD-BCDE-FBB5-5BC455E29441}"/>
              </a:ext>
            </a:extLst>
          </p:cNvPr>
          <p:cNvSpPr txBox="1">
            <a:spLocks/>
          </p:cNvSpPr>
          <p:nvPr/>
        </p:nvSpPr>
        <p:spPr>
          <a:xfrm>
            <a:off x="568436" y="670157"/>
            <a:ext cx="6667251" cy="525462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>
            <a:lvl1pPr marL="15875" indent="-158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GB" sz="2800" b="1" kern="1200" dirty="0" smtClean="0">
                <a:solidFill>
                  <a:srgbClr val="E30613"/>
                </a:solidFill>
                <a:latin typeface="AvenirNext LT Pro Medium" panose="020B05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 sz="36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SITUATION</a:t>
            </a:r>
          </a:p>
          <a:p>
            <a:pPr>
              <a:defRPr/>
            </a:pPr>
            <a:r>
              <a:rPr lang="en-US" sz="3600" dirty="0">
                <a:solidFill>
                  <a:srgbClr val="E872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DÉCOMMISSIONNEMENT</a:t>
            </a:r>
            <a:endParaRPr lang="en-US" sz="3600" dirty="0"/>
          </a:p>
          <a:p>
            <a:pPr lvl="0">
              <a:defRPr/>
            </a:pPr>
            <a:endParaRPr lang="fr-FR" sz="3300" dirty="0">
              <a:solidFill>
                <a:schemeClr val="tx1"/>
              </a:solidFill>
            </a:endParaRPr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A98BC6C1-D009-190C-B6B2-3AB6F4B2E61A}"/>
              </a:ext>
            </a:extLst>
          </p:cNvPr>
          <p:cNvSpPr/>
          <p:nvPr/>
        </p:nvSpPr>
        <p:spPr>
          <a:xfrm>
            <a:off x="627537" y="1261872"/>
            <a:ext cx="10937114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9DCE1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graphicFrame>
        <p:nvGraphicFramePr>
          <p:cNvPr id="7" name="Chart 0">
            <a:extLst>
              <a:ext uri="{FF2B5EF4-FFF2-40B4-BE49-F238E27FC236}">
                <a16:creationId xmlns:a16="http://schemas.microsoft.com/office/drawing/2014/main" id="{98CD94C6-7822-619B-AA4B-D9BE746E39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0693543"/>
              </p:ext>
            </p:extLst>
          </p:nvPr>
        </p:nvGraphicFramePr>
        <p:xfrm>
          <a:off x="764696" y="1335024"/>
          <a:ext cx="713232" cy="7132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 7">
            <a:extLst>
              <a:ext uri="{FF2B5EF4-FFF2-40B4-BE49-F238E27FC236}">
                <a16:creationId xmlns:a16="http://schemas.microsoft.com/office/drawing/2014/main" id="{7F4750E4-21EC-0EF4-69A8-EDC36D806664}"/>
              </a:ext>
            </a:extLst>
          </p:cNvPr>
          <p:cNvSpPr/>
          <p:nvPr/>
        </p:nvSpPr>
        <p:spPr>
          <a:xfrm>
            <a:off x="764696" y="133502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29%</a:t>
            </a:r>
            <a:endParaRPr lang="en-US" sz="130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B5F584CC-7893-8C84-CD29-2D06A8956FB1}"/>
              </a:ext>
            </a:extLst>
          </p:cNvPr>
          <p:cNvSpPr/>
          <p:nvPr/>
        </p:nvSpPr>
        <p:spPr>
          <a:xfrm>
            <a:off x="1724816" y="1371600"/>
            <a:ext cx="0" cy="621792"/>
          </a:xfrm>
          <a:prstGeom prst="line">
            <a:avLst/>
          </a:prstGeom>
          <a:noFill/>
          <a:ln w="12700">
            <a:solidFill>
              <a:srgbClr val="D9DCE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98126017-A3D5-03C3-F2D1-A23B9688FDB9}"/>
              </a:ext>
            </a:extLst>
          </p:cNvPr>
          <p:cNvSpPr/>
          <p:nvPr/>
        </p:nvSpPr>
        <p:spPr>
          <a:xfrm>
            <a:off x="2112424" y="146304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2E9B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86BA02D3-4048-8805-E9C3-565638915088}"/>
              </a:ext>
            </a:extLst>
          </p:cNvPr>
          <p:cNvSpPr/>
          <p:nvPr/>
        </p:nvSpPr>
        <p:spPr>
          <a:xfrm>
            <a:off x="2112424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9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1240019A-7988-F6C4-E3BA-EFEED7093767}"/>
              </a:ext>
            </a:extLst>
          </p:cNvPr>
          <p:cNvSpPr/>
          <p:nvPr/>
        </p:nvSpPr>
        <p:spPr>
          <a:xfrm>
            <a:off x="2642776" y="13716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853232BA-DF58-6E45-5A70-9A0BDFD27E3F}"/>
              </a:ext>
            </a:extLst>
          </p:cNvPr>
          <p:cNvSpPr/>
          <p:nvPr/>
        </p:nvSpPr>
        <p:spPr>
          <a:xfrm>
            <a:off x="2642776" y="173736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E9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TERMINÉ</a:t>
            </a:r>
            <a:endParaRPr lang="en-US" sz="850" dirty="0"/>
          </a:p>
        </p:txBody>
      </p:sp>
      <p:sp>
        <p:nvSpPr>
          <p:cNvPr id="21" name="Shape 13">
            <a:extLst>
              <a:ext uri="{FF2B5EF4-FFF2-40B4-BE49-F238E27FC236}">
                <a16:creationId xmlns:a16="http://schemas.microsoft.com/office/drawing/2014/main" id="{8B7B674A-4384-C3E6-795E-7BDC9743E72D}"/>
              </a:ext>
            </a:extLst>
          </p:cNvPr>
          <p:cNvSpPr/>
          <p:nvPr/>
        </p:nvSpPr>
        <p:spPr>
          <a:xfrm>
            <a:off x="4044400" y="146304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3E7C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160E6043-1418-883D-2CA2-7BF54AD175DC}"/>
              </a:ext>
            </a:extLst>
          </p:cNvPr>
          <p:cNvSpPr/>
          <p:nvPr/>
        </p:nvSpPr>
        <p:spPr>
          <a:xfrm>
            <a:off x="40444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E7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600" dirty="0"/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B6148D4F-5491-2A99-49DC-32E69435B4AE}"/>
              </a:ext>
            </a:extLst>
          </p:cNvPr>
          <p:cNvSpPr/>
          <p:nvPr/>
        </p:nvSpPr>
        <p:spPr>
          <a:xfrm>
            <a:off x="4574752" y="13716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DD0B798A-2DFC-5380-6F95-7136AB611745}"/>
              </a:ext>
            </a:extLst>
          </p:cNvPr>
          <p:cNvSpPr/>
          <p:nvPr/>
        </p:nvSpPr>
        <p:spPr>
          <a:xfrm>
            <a:off x="4574752" y="173736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E7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PLANIFIER</a:t>
            </a:r>
            <a:endParaRPr lang="en-US" sz="850" dirty="0"/>
          </a:p>
        </p:txBody>
      </p:sp>
      <p:sp>
        <p:nvSpPr>
          <p:cNvPr id="29" name="Shape 17">
            <a:extLst>
              <a:ext uri="{FF2B5EF4-FFF2-40B4-BE49-F238E27FC236}">
                <a16:creationId xmlns:a16="http://schemas.microsoft.com/office/drawing/2014/main" id="{845E71CF-A12B-6495-A152-462DBEB2F0C3}"/>
              </a:ext>
            </a:extLst>
          </p:cNvPr>
          <p:cNvSpPr/>
          <p:nvPr/>
        </p:nvSpPr>
        <p:spPr>
          <a:xfrm>
            <a:off x="6146308" y="146304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E8720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18">
            <a:extLst>
              <a:ext uri="{FF2B5EF4-FFF2-40B4-BE49-F238E27FC236}">
                <a16:creationId xmlns:a16="http://schemas.microsoft.com/office/drawing/2014/main" id="{32DB856C-4C85-354D-E20C-434B862E9502}"/>
              </a:ext>
            </a:extLst>
          </p:cNvPr>
          <p:cNvSpPr/>
          <p:nvPr/>
        </p:nvSpPr>
        <p:spPr>
          <a:xfrm>
            <a:off x="6146308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72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600" dirty="0"/>
          </a:p>
        </p:txBody>
      </p:sp>
      <p:sp>
        <p:nvSpPr>
          <p:cNvPr id="33" name="Text 19">
            <a:extLst>
              <a:ext uri="{FF2B5EF4-FFF2-40B4-BE49-F238E27FC236}">
                <a16:creationId xmlns:a16="http://schemas.microsoft.com/office/drawing/2014/main" id="{6683569D-0ABF-BC13-F393-BDCBB19A8085}"/>
              </a:ext>
            </a:extLst>
          </p:cNvPr>
          <p:cNvSpPr/>
          <p:nvPr/>
        </p:nvSpPr>
        <p:spPr>
          <a:xfrm>
            <a:off x="6676660" y="13716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35" name="Text 20">
            <a:extLst>
              <a:ext uri="{FF2B5EF4-FFF2-40B4-BE49-F238E27FC236}">
                <a16:creationId xmlns:a16="http://schemas.microsoft.com/office/drawing/2014/main" id="{F64B90DF-61A8-CB63-6CF1-E6567CD98F43}"/>
              </a:ext>
            </a:extLst>
          </p:cNvPr>
          <p:cNvSpPr/>
          <p:nvPr/>
        </p:nvSpPr>
        <p:spPr>
          <a:xfrm>
            <a:off x="6676660" y="173736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72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EN COURS</a:t>
            </a:r>
            <a:endParaRPr lang="en-US" sz="850" dirty="0"/>
          </a:p>
        </p:txBody>
      </p:sp>
      <p:sp>
        <p:nvSpPr>
          <p:cNvPr id="37" name="Shape 21">
            <a:extLst>
              <a:ext uri="{FF2B5EF4-FFF2-40B4-BE49-F238E27FC236}">
                <a16:creationId xmlns:a16="http://schemas.microsoft.com/office/drawing/2014/main" id="{ED574FDF-39F7-BAC7-94ED-FF4EA5C9462F}"/>
              </a:ext>
            </a:extLst>
          </p:cNvPr>
          <p:cNvSpPr/>
          <p:nvPr/>
        </p:nvSpPr>
        <p:spPr>
          <a:xfrm>
            <a:off x="8555712" y="1463040"/>
            <a:ext cx="457200" cy="4572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8A8F9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22">
            <a:extLst>
              <a:ext uri="{FF2B5EF4-FFF2-40B4-BE49-F238E27FC236}">
                <a16:creationId xmlns:a16="http://schemas.microsoft.com/office/drawing/2014/main" id="{26F7CCB4-C82B-87FC-54CB-9F74378A1887}"/>
              </a:ext>
            </a:extLst>
          </p:cNvPr>
          <p:cNvSpPr/>
          <p:nvPr/>
        </p:nvSpPr>
        <p:spPr>
          <a:xfrm>
            <a:off x="8555712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600" dirty="0"/>
          </a:p>
        </p:txBody>
      </p:sp>
      <p:sp>
        <p:nvSpPr>
          <p:cNvPr id="41" name="Text 23">
            <a:extLst>
              <a:ext uri="{FF2B5EF4-FFF2-40B4-BE49-F238E27FC236}">
                <a16:creationId xmlns:a16="http://schemas.microsoft.com/office/drawing/2014/main" id="{68C0E7E8-E1DB-4DD4-A42E-E819E121830A}"/>
              </a:ext>
            </a:extLst>
          </p:cNvPr>
          <p:cNvSpPr/>
          <p:nvPr/>
        </p:nvSpPr>
        <p:spPr>
          <a:xfrm>
            <a:off x="9086064" y="13716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43" name="Text 24">
            <a:extLst>
              <a:ext uri="{FF2B5EF4-FFF2-40B4-BE49-F238E27FC236}">
                <a16:creationId xmlns:a16="http://schemas.microsoft.com/office/drawing/2014/main" id="{D96EB9AD-9128-7386-5D9D-8F690AD1D0C5}"/>
              </a:ext>
            </a:extLst>
          </p:cNvPr>
          <p:cNvSpPr/>
          <p:nvPr/>
        </p:nvSpPr>
        <p:spPr>
          <a:xfrm>
            <a:off x="9086064" y="173736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A8F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CONFIRMER</a:t>
            </a:r>
            <a:endParaRPr lang="en-US" sz="850" dirty="0"/>
          </a:p>
        </p:txBody>
      </p:sp>
      <p:graphicFrame>
        <p:nvGraphicFramePr>
          <p:cNvPr id="45" name="Table 0">
            <a:extLst>
              <a:ext uri="{FF2B5EF4-FFF2-40B4-BE49-F238E27FC236}">
                <a16:creationId xmlns:a16="http://schemas.microsoft.com/office/drawing/2014/main" id="{78C70E59-6D8D-9EA8-8934-FB67B580D1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8166166"/>
              </p:ext>
            </p:extLst>
          </p:nvPr>
        </p:nvGraphicFramePr>
        <p:xfrm>
          <a:off x="679730" y="2295144"/>
          <a:ext cx="10884921" cy="3977640"/>
        </p:xfrm>
        <a:graphic>
          <a:graphicData uri="http://schemas.openxmlformats.org/drawingml/2006/table">
            <a:tbl>
              <a:tblPr/>
              <a:tblGrid>
                <a:gridCol w="13784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7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10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15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52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5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5651">
                  <a:extLst>
                    <a:ext uri="{9D8B030D-6E8A-4147-A177-3AD203B41FA5}">
                      <a16:colId xmlns:a16="http://schemas.microsoft.com/office/drawing/2014/main" val="41474863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NOM DU REPORTING / DE LA SOLUTION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PÉRIMÈTRE APP.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UTILITÉ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PÉRIMÈTRE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STATUT DÉCOM.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ÉCHÉANCE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kern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charset="0"/>
                          <a:cs typeface="Arial" pitchFamily="34" charset="-120"/>
                        </a:rPr>
                        <a:t>COMMENTAIRE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API-COGNITIVE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A8F9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APIFRONT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 de données consolidées sur les émetteurs crédit du périmètre de gestion obligataire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Pôle taux et crédit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Terminé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B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19/06/2026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494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API-ALERTS - ESG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A8F9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APIFRONT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Alerter des nouvelles violations de la politique d'exclusion + rappeler quotidiennement les violations en cours + contrôle taux de sélectivité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OPC/MANDATS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Terminé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B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19/06/2026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7471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Risques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A8F9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APIRISK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Vue d'ensemble des principales métriques de risques ex-post des opc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Terminé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B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25/06/2026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ETL MSCI ESG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A8F9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APIRISK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Fournir à Jump les données ESG MSCI/GAIA (Fichier ESG Input)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OPC/MANDATS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Terminé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9B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31/07/2026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9899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API-ALERTS - INDICES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A8F9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APIFRONT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Alerter des entrées/sorties de titres dans des indices et dans les benchmarks des opc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 en cours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30/09/2026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API-ESG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A8F9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APIFRONT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Diffusion des données ESG à destination de la gestion + alimentation de Jump + calcul de données ESG consolidées par opc/mandats (Fichier Base XLS)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OPC/MANDATS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 en cours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30/09/2026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API-EXPOS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A8F9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APIFRONT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Vue d'ensemble des encours de la société sur l'ensemble des investissements, vue agrégée par émetteurs, consolidation par opc et par mandats. Version classique et version ESG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OPC/MANDATS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 en cours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30/09/2026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API-TRANSPA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A8F9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APIFRONT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Mise à disposition de compositions d'indices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Pôle taux et crédit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 en cours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C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30/09/2026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557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Encours et flux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A8F9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APIRISK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Vue d'ensemble multi-périodes des encours et des flux de tous les opc (collecte/marché)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planifier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C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30/09/2026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00" dirty="0">
                          <a:latin typeface="Arial" charset="0"/>
                          <a:ea typeface="Arial" charset="0"/>
                          <a:cs typeface="Arial" charset="0"/>
                        </a:rPr>
                        <a:t>Test en </a:t>
                      </a:r>
                      <a:r>
                        <a:rPr lang="en-US" sz="700" dirty="0" err="1">
                          <a:latin typeface="Arial" charset="0"/>
                          <a:ea typeface="Arial" charset="0"/>
                          <a:cs typeface="Arial" charset="0"/>
                        </a:rPr>
                        <a:t>cours</a:t>
                      </a:r>
                      <a:r>
                        <a:rPr lang="en-US" sz="700" dirty="0">
                          <a:latin typeface="Arial" charset="0"/>
                          <a:ea typeface="Arial" charset="0"/>
                          <a:cs typeface="Arial" charset="0"/>
                        </a:rPr>
                        <a:t> reporting via HUB AM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172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Performances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A8F9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APIRISK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Vue d'ensemble des performances absolues/relatives nettes et brutes des opc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planifier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C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30/09/2026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3050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API-ATTRIBS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A8F9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APIFRONT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 des reportings d'attribution des performances des opc + export des données d'attribution sur périodes multiples + invite console utilisateur pour production sur demande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planifier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C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30/09/2026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fr-FR" sz="700" dirty="0">
                          <a:latin typeface="Arial" charset="0"/>
                          <a:ea typeface="Arial" charset="0"/>
                          <a:cs typeface="Arial" charset="0"/>
                        </a:rPr>
                        <a:t>En lien avec BBG PORT - décommissionnement à </a:t>
                      </a:r>
                      <a:r>
                        <a:rPr lang="fr-FR" sz="700" dirty="0" err="1">
                          <a:latin typeface="Arial" charset="0"/>
                          <a:ea typeface="Arial" charset="0"/>
                          <a:cs typeface="Arial" charset="0"/>
                        </a:rPr>
                        <a:t>confimer</a:t>
                      </a:r>
                      <a:r>
                        <a:rPr lang="fr-FR" sz="700" dirty="0">
                          <a:latin typeface="Arial" charset="0"/>
                          <a:ea typeface="Arial" charset="0"/>
                          <a:cs typeface="Arial" charset="0"/>
                        </a:rPr>
                        <a:t> par le métier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39315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BBU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A8F9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APIRISK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Pour import automatique des portefeuilles dans les terminaux BBG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planifier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C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30/09/2026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92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API-TRANSPA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A8F9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APIFRONT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Production de données consolidées de transparisation de 1er niveau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Gestion diversifiée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planifier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E7C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30/09/2026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Contrôle ESG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A8F9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APIRISK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Mise en évidence des évolutions de scores des «principaux» champs ESG des émetteurs investis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B3A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OPC/MANDATS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confirmer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2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8A8F9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8258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2614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DAE5E004-1776-41C1-9D57-DBBDD9E13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46294" y="4287938"/>
            <a:ext cx="5883634" cy="1217769"/>
          </a:xfrm>
        </p:spPr>
        <p:txBody>
          <a:bodyPr/>
          <a:lstStyle/>
          <a:p>
            <a:r>
              <a:rPr lang="fr-FR" dirty="0"/>
              <a:t>Feuille de route</a:t>
            </a:r>
          </a:p>
          <a:p>
            <a:r>
              <a:rPr lang="fr-FR" dirty="0"/>
              <a:t>Apicil Asset Management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81112D8-02A1-4F8E-805D-D7D32BF494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50B9D9B-824C-437E-B87C-640CB12706FF}" type="slidenum">
              <a:rPr lang="fr-FR" smtClean="0"/>
              <a:pPr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20603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64AA181-B4FC-620F-520B-578DACD96DA7}"/>
              </a:ext>
            </a:extLst>
          </p:cNvPr>
          <p:cNvSpPr txBox="1">
            <a:spLocks/>
          </p:cNvSpPr>
          <p:nvPr/>
        </p:nvSpPr>
        <p:spPr>
          <a:xfrm>
            <a:off x="568436" y="670157"/>
            <a:ext cx="6272785" cy="5254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5875" indent="-158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GB" sz="2800" b="1" kern="1200" dirty="0" smtClean="0">
                <a:solidFill>
                  <a:srgbClr val="E30613"/>
                </a:solidFill>
                <a:latin typeface="AvenirNext LT Pro Medium" panose="020B05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875" marR="0" lvl="0" indent="-15875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3300" dirty="0"/>
              <a:t>ENGAGEMENTS S2 2026</a:t>
            </a:r>
          </a:p>
          <a:p>
            <a:pPr marL="15875" marR="0" lvl="0" indent="-15875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fr-FR" sz="2800" b="1" i="0" u="none" strike="noStrike" kern="1200" cap="none" spc="0" normalizeH="0" baseline="0" noProof="0" dirty="0">
              <a:ln>
                <a:noFill/>
              </a:ln>
              <a:solidFill>
                <a:srgbClr val="E30613"/>
              </a:solidFill>
              <a:effectLst/>
              <a:uLnTx/>
              <a:uFillTx/>
              <a:latin typeface="AvenirNext LT Pro Medium" panose="020B0504020202020204" pitchFamily="34" charset="0"/>
              <a:ea typeface="+mn-ea"/>
              <a:cs typeface="+mn-cs"/>
            </a:endParaRPr>
          </a:p>
        </p:txBody>
      </p: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786245E5-8C83-CBE3-598C-40D22A157854}"/>
              </a:ext>
            </a:extLst>
          </p:cNvPr>
          <p:cNvCxnSpPr>
            <a:cxnSpLocks/>
          </p:cNvCxnSpPr>
          <p:nvPr/>
        </p:nvCxnSpPr>
        <p:spPr>
          <a:xfrm>
            <a:off x="827314" y="1538518"/>
            <a:ext cx="10377715" cy="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FA42E3D0-32E1-897D-EFEB-3CE06E26A76C}"/>
              </a:ext>
            </a:extLst>
          </p:cNvPr>
          <p:cNvSpPr txBox="1"/>
          <p:nvPr/>
        </p:nvSpPr>
        <p:spPr>
          <a:xfrm>
            <a:off x="839344" y="1254892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algn="just">
              <a:defRPr sz="1200" b="1" i="1"/>
            </a:lvl1pPr>
          </a:lstStyle>
          <a:p>
            <a:r>
              <a:rPr lang="fr-FR" dirty="0"/>
              <a:t>Finaliser les chantiers en cours et sécuriser les prochaines étapes.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C72E9940-1294-8EC4-8789-D9AE0B57306A}"/>
              </a:ext>
            </a:extLst>
          </p:cNvPr>
          <p:cNvGraphicFramePr>
            <a:graphicFrameLocks noGrp="1"/>
          </p:cNvGraphicFramePr>
          <p:nvPr/>
        </p:nvGraphicFramePr>
        <p:xfrm>
          <a:off x="703960" y="1881418"/>
          <a:ext cx="2139718" cy="3785641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2139718">
                  <a:extLst>
                    <a:ext uri="{9D8B030D-6E8A-4147-A177-3AD203B41FA5}">
                      <a16:colId xmlns:a16="http://schemas.microsoft.com/office/drawing/2014/main" val="2630075396"/>
                    </a:ext>
                  </a:extLst>
                </a:gridCol>
              </a:tblGrid>
              <a:tr h="567427"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/>
                        <a:t>HUB AM</a:t>
                      </a:r>
                    </a:p>
                  </a:txBody>
                  <a:tcPr marB="72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494703"/>
                  </a:ext>
                </a:extLst>
              </a:tr>
              <a:tr h="2800674">
                <a:tc>
                  <a:txBody>
                    <a:bodyPr/>
                    <a:lstStyle/>
                    <a:p>
                      <a:pPr marL="171450" indent="-171450">
                        <a:buClr>
                          <a:schemeClr val="accent2">
                            <a:lumMod val="75000"/>
                          </a:schemeClr>
                        </a:buClr>
                        <a:buFont typeface="Wingdings" panose="05000000000000000000" pitchFamily="2" charset="2"/>
                        <a:buChar char="q"/>
                      </a:pPr>
                      <a:r>
                        <a:rPr lang="fr-FR" sz="1000" dirty="0"/>
                        <a:t>🟠➡️</a:t>
                      </a:r>
                      <a:r>
                        <a:rPr lang="fr-FR" sz="1000" b="1" dirty="0"/>
                        <a:t>ADAPT – Consolidation de la solution</a:t>
                      </a:r>
                    </a:p>
                    <a:p>
                      <a:pPr marL="171450" indent="-171450">
                        <a:buClr>
                          <a:schemeClr val="accent2">
                            <a:lumMod val="75000"/>
                          </a:schemeClr>
                        </a:buClr>
                        <a:buFont typeface="Wingdings" panose="05000000000000000000" pitchFamily="2" charset="2"/>
                        <a:buChar char="Ø"/>
                      </a:pPr>
                      <a:r>
                        <a:rPr lang="fr-FR" sz="900" dirty="0"/>
                        <a:t>Stabiliser et fiabiliser les </a:t>
                      </a:r>
                      <a:r>
                        <a:rPr lang="fr-FR" sz="900" dirty="0" err="1"/>
                        <a:t>reportings</a:t>
                      </a:r>
                      <a:endParaRPr lang="fr-FR" sz="900" dirty="0"/>
                    </a:p>
                    <a:p>
                      <a:pPr marL="171450" indent="-171450">
                        <a:buClr>
                          <a:schemeClr val="accent2">
                            <a:lumMod val="75000"/>
                          </a:schemeClr>
                        </a:buClr>
                        <a:buFont typeface="Wingdings" panose="05000000000000000000" pitchFamily="2" charset="2"/>
                        <a:buChar char="Ø"/>
                      </a:pPr>
                      <a:r>
                        <a:rPr lang="fr-FR" sz="900" dirty="0"/>
                        <a:t>Finaliser les travaux liés à la collecte, l’exposition et la qualité des données</a:t>
                      </a:r>
                    </a:p>
                    <a:p>
                      <a:pPr marL="171450" indent="-171450">
                        <a:buClr>
                          <a:schemeClr val="accent2">
                            <a:lumMod val="75000"/>
                          </a:schemeClr>
                        </a:buClr>
                        <a:buFont typeface="Wingdings" panose="05000000000000000000" pitchFamily="2" charset="2"/>
                        <a:buChar char="Ø"/>
                      </a:pPr>
                      <a:r>
                        <a:rPr lang="fr-FR" sz="900" dirty="0"/>
                        <a:t>Développer le cube de données et mettre en place l’outil no-code SAP BO pour usage métier</a:t>
                      </a:r>
                    </a:p>
                    <a:p>
                      <a:pPr marL="171450" indent="-171450">
                        <a:buClr>
                          <a:schemeClr val="accent2">
                            <a:lumMod val="75000"/>
                          </a:schemeClr>
                        </a:buClr>
                        <a:buFont typeface="Wingdings" panose="05000000000000000000" pitchFamily="2" charset="2"/>
                        <a:buChar char="q"/>
                      </a:pPr>
                      <a:r>
                        <a:rPr lang="fr-FR" sz="1000" dirty="0"/>
                        <a:t>🟠➡️</a:t>
                      </a:r>
                      <a:r>
                        <a:rPr lang="fr-FR" sz="1000" b="1" dirty="0"/>
                        <a:t>ADOPT – Adoption et appropriation métiers</a:t>
                      </a:r>
                    </a:p>
                    <a:p>
                      <a:pPr marL="171450" indent="-171450">
                        <a:buClr>
                          <a:schemeClr val="accent2">
                            <a:lumMod val="75000"/>
                          </a:schemeClr>
                        </a:buClr>
                        <a:buFont typeface="Wingdings" panose="05000000000000000000" pitchFamily="2" charset="2"/>
                        <a:buChar char="Ø"/>
                      </a:pPr>
                      <a:r>
                        <a:rPr lang="fr-FR" sz="1000" dirty="0"/>
                        <a:t>Renforcer l’accompagnement au </a:t>
                      </a:r>
                      <a:r>
                        <a:rPr lang="fr-FR" sz="900" dirty="0"/>
                        <a:t>changement pour faciliter l’appropriation </a:t>
                      </a:r>
                    </a:p>
                    <a:p>
                      <a:pPr marL="171450" indent="-171450">
                        <a:buClr>
                          <a:schemeClr val="accent2">
                            <a:lumMod val="75000"/>
                          </a:schemeClr>
                        </a:buClr>
                        <a:buFont typeface="Wingdings" panose="05000000000000000000" pitchFamily="2" charset="2"/>
                        <a:buChar char="Ø"/>
                      </a:pPr>
                      <a:r>
                        <a:rPr lang="fr-FR" sz="900" dirty="0"/>
                        <a:t>Structurer les retours des utilisateurs pilotes et intégrer les ajustements nécessaires</a:t>
                      </a:r>
                    </a:p>
                    <a:p>
                      <a:pPr marL="171450" indent="-171450">
                        <a:buClr>
                          <a:schemeClr val="accent2">
                            <a:lumMod val="75000"/>
                          </a:schemeClr>
                        </a:buClr>
                        <a:buFont typeface="Wingdings" panose="05000000000000000000" pitchFamily="2" charset="2"/>
                        <a:buChar char="Ø"/>
                      </a:pPr>
                      <a:r>
                        <a:rPr lang="fr-FR" sz="900" dirty="0"/>
                        <a:t>Accompagner la montée en charge progressive de la plateforme côté métiers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5000">
                          <a:schemeClr val="accent4">
                            <a:lumMod val="20000"/>
                            <a:lumOff val="80000"/>
                          </a:schemeClr>
                        </a:gs>
                        <a:gs pos="100000">
                          <a:srgbClr val="F8FCF6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548673335"/>
                  </a:ext>
                </a:extLst>
              </a:tr>
              <a:tr h="417540">
                <a:tc>
                  <a:txBody>
                    <a:bodyPr/>
                    <a:lstStyle/>
                    <a:p>
                      <a:pPr marL="171450" indent="-171450">
                        <a:buClr>
                          <a:schemeClr val="accent2">
                            <a:lumMod val="75000"/>
                          </a:schemeClr>
                        </a:buClr>
                        <a:buFont typeface="Wingdings" panose="05000000000000000000" pitchFamily="2" charset="2"/>
                        <a:buChar char="v"/>
                      </a:pPr>
                      <a:r>
                        <a:rPr lang="fr-FR" sz="800" dirty="0"/>
                        <a:t>Date d’échéance lot 2: T4 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4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0072132"/>
                  </a:ext>
                </a:extLst>
              </a:tr>
            </a:tbl>
          </a:graphicData>
        </a:graphic>
      </p:graphicFrame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2E21E129-84A5-3131-3870-E2FE55CAA52B}"/>
              </a:ext>
            </a:extLst>
          </p:cNvPr>
          <p:cNvGraphicFramePr>
            <a:graphicFrameLocks noGrp="1"/>
          </p:cNvGraphicFramePr>
          <p:nvPr/>
        </p:nvGraphicFramePr>
        <p:xfrm>
          <a:off x="2946105" y="1881418"/>
          <a:ext cx="2139718" cy="3788182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2139718">
                  <a:extLst>
                    <a:ext uri="{9D8B030D-6E8A-4147-A177-3AD203B41FA5}">
                      <a16:colId xmlns:a16="http://schemas.microsoft.com/office/drawing/2014/main" val="2630075396"/>
                    </a:ext>
                  </a:extLst>
                </a:gridCol>
              </a:tblGrid>
              <a:tr h="567515"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/>
                        <a:t>Décom. SHADOW IT</a:t>
                      </a:r>
                    </a:p>
                  </a:txBody>
                  <a:tcPr marB="72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494703"/>
                  </a:ext>
                </a:extLst>
              </a:tr>
              <a:tr h="2788975">
                <a:tc>
                  <a:txBody>
                    <a:bodyPr/>
                    <a:lstStyle/>
                    <a:p>
                      <a:pPr marL="171450" indent="-171450">
                        <a:buClr>
                          <a:srgbClr val="C00000"/>
                        </a:buClr>
                        <a:buFont typeface="Wingdings" panose="05000000000000000000" pitchFamily="2" charset="2"/>
                        <a:buChar char="q"/>
                      </a:pPr>
                      <a:r>
                        <a:rPr lang="fr-FR" sz="1000" dirty="0"/>
                        <a:t>🟢⬆️Poursuivre le plan de décommissionnement de shadow IT</a:t>
                      </a:r>
                    </a:p>
                    <a:p>
                      <a:pPr marL="171450" indent="-171450">
                        <a:buClr>
                          <a:srgbClr val="C00000"/>
                        </a:buClr>
                        <a:buFont typeface="Wingdings" panose="05000000000000000000" pitchFamily="2" charset="2"/>
                        <a:buChar char="q"/>
                      </a:pPr>
                      <a:endParaRPr lang="fr-FR" sz="1000" dirty="0"/>
                    </a:p>
                    <a:p>
                      <a:pPr marL="171450" indent="-171450">
                        <a:buClr>
                          <a:srgbClr val="C00000"/>
                        </a:buClr>
                        <a:buFont typeface="Wingdings" panose="05000000000000000000" pitchFamily="2" charset="2"/>
                        <a:buChar char="q"/>
                      </a:pPr>
                      <a:r>
                        <a:rPr lang="fr-FR" sz="1000" dirty="0"/>
                        <a:t>🟢⬆️Poursuivre les travaux d’étude de décommissionnement selon les priorités </a:t>
                      </a:r>
                    </a:p>
                    <a:p>
                      <a:pPr marL="171450" indent="-171450">
                        <a:buClr>
                          <a:srgbClr val="C00000"/>
                        </a:buClr>
                        <a:buFont typeface="Wingdings" panose="05000000000000000000" pitchFamily="2" charset="2"/>
                        <a:buChar char="q"/>
                      </a:pPr>
                      <a:endParaRPr lang="fr-FR" sz="1000" dirty="0"/>
                    </a:p>
                    <a:p>
                      <a:pPr marL="171450" indent="-171450">
                        <a:buClr>
                          <a:srgbClr val="C00000"/>
                        </a:buClr>
                        <a:buFont typeface="Wingdings" panose="05000000000000000000" pitchFamily="2" charset="2"/>
                        <a:buChar char="q"/>
                      </a:pPr>
                      <a:r>
                        <a:rPr lang="fr-FR" sz="1000" dirty="0"/>
                        <a:t>🟠➡️Décommissionnement des </a:t>
                      </a:r>
                      <a:r>
                        <a:rPr lang="fr-FR" sz="1000" b="1" dirty="0"/>
                        <a:t>outils de shadow IT et sécurisation de la production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2000">
                          <a:schemeClr val="accent2">
                            <a:lumMod val="20000"/>
                            <a:lumOff val="80000"/>
                          </a:schemeClr>
                        </a:gs>
                        <a:gs pos="96000">
                          <a:srgbClr val="F8FCF6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548673335"/>
                  </a:ext>
                </a:extLst>
              </a:tr>
              <a:tr h="431692">
                <a:tc>
                  <a:txBody>
                    <a:bodyPr/>
                    <a:lstStyle/>
                    <a:p>
                      <a:pPr marL="171450" indent="-171450">
                        <a:buClr>
                          <a:srgbClr val="C00000"/>
                        </a:buClr>
                        <a:buFont typeface="Wingdings" panose="05000000000000000000" pitchFamily="2" charset="2"/>
                        <a:buChar char="v"/>
                      </a:pPr>
                      <a:r>
                        <a:rPr lang="fr-FR" sz="750" b="0" dirty="0"/>
                        <a:t>Date d’échéance lot complém. 12.2026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233791"/>
                  </a:ext>
                </a:extLst>
              </a:tr>
            </a:tbl>
          </a:graphicData>
        </a:graphic>
      </p:graphicFrame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FBD9365F-C337-5D23-9C36-1EC8168D4423}"/>
              </a:ext>
            </a:extLst>
          </p:cNvPr>
          <p:cNvGraphicFramePr>
            <a:graphicFrameLocks noGrp="1"/>
          </p:cNvGraphicFramePr>
          <p:nvPr/>
        </p:nvGraphicFramePr>
        <p:xfrm>
          <a:off x="7450294" y="1885398"/>
          <a:ext cx="1989604" cy="3788182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989604">
                  <a:extLst>
                    <a:ext uri="{9D8B030D-6E8A-4147-A177-3AD203B41FA5}">
                      <a16:colId xmlns:a16="http://schemas.microsoft.com/office/drawing/2014/main" val="2630075396"/>
                    </a:ext>
                  </a:extLst>
                </a:gridCol>
              </a:tblGrid>
              <a:tr h="566381"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/>
                        <a:t>RVA</a:t>
                      </a:r>
                    </a:p>
                  </a:txBody>
                  <a:tcPr marB="72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6C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494703"/>
                  </a:ext>
                </a:extLst>
              </a:tr>
              <a:tr h="2777976">
                <a:tc>
                  <a:txBody>
                    <a:bodyPr/>
                    <a:lstStyle/>
                    <a:p>
                      <a:pPr marL="171450" indent="-171450">
                        <a:buClr>
                          <a:schemeClr val="accent5">
                            <a:lumMod val="75000"/>
                          </a:schemeClr>
                        </a:buClr>
                        <a:buFont typeface="Wingdings" panose="05000000000000000000" pitchFamily="2" charset="2"/>
                        <a:buChar char="q"/>
                      </a:pPr>
                      <a:r>
                        <a:rPr lang="fr-FR" sz="1000" dirty="0"/>
                        <a:t>🟢⬆️ Poursuivre les analyses d’accostage des outils de gestion Jump/Soliam + HUB AM avec le RVA, en identifiant les impacts fonctionnels et techniques associés.</a:t>
                      </a:r>
                    </a:p>
                    <a:p>
                      <a:pPr marL="171450" indent="-171450">
                        <a:buClr>
                          <a:schemeClr val="accent5">
                            <a:lumMod val="75000"/>
                          </a:schemeClr>
                        </a:buClr>
                        <a:buFont typeface="Wingdings" panose="05000000000000000000" pitchFamily="2" charset="2"/>
                        <a:buChar char="q"/>
                      </a:pPr>
                      <a:endParaRPr lang="fr-FR" sz="1000" dirty="0"/>
                    </a:p>
                    <a:p>
                      <a:pPr marL="171450" indent="-171450">
                        <a:buClr>
                          <a:schemeClr val="accent5">
                            <a:lumMod val="75000"/>
                          </a:schemeClr>
                        </a:buClr>
                        <a:buFont typeface="Wingdings" panose="05000000000000000000" pitchFamily="2" charset="2"/>
                        <a:buChar char="q"/>
                      </a:pPr>
                      <a:r>
                        <a:rPr lang="fr-FR" sz="1000" dirty="0"/>
                        <a:t>🟢⬆️ Anticiper les évolutions nécessaires pour garantir une intégration sans rupture. 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52000">
                          <a:schemeClr val="accent5">
                            <a:lumMod val="20000"/>
                            <a:lumOff val="80000"/>
                          </a:schemeClr>
                        </a:gs>
                        <a:gs pos="96000">
                          <a:srgbClr val="F8FCF6"/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548673335"/>
                  </a:ext>
                </a:extLst>
              </a:tr>
              <a:tr h="443825">
                <a:tc>
                  <a:txBody>
                    <a:bodyPr/>
                    <a:lstStyle/>
                    <a:p>
                      <a:pPr marL="171450" indent="-171450">
                        <a:buClr>
                          <a:schemeClr val="accent5">
                            <a:lumMod val="75000"/>
                          </a:schemeClr>
                        </a:buClr>
                        <a:buFont typeface="Wingdings" panose="05000000000000000000" pitchFamily="2" charset="2"/>
                        <a:buChar char="v"/>
                      </a:pPr>
                      <a:r>
                        <a:rPr lang="fr-FR" sz="750" dirty="0"/>
                        <a:t>Date d’échéance RVA : T1 2027</a:t>
                      </a:r>
                    </a:p>
                    <a:p>
                      <a:pPr marL="171450" indent="-171450">
                        <a:buClr>
                          <a:schemeClr val="accent5">
                            <a:lumMod val="75000"/>
                          </a:schemeClr>
                        </a:buClr>
                        <a:buFont typeface="Wingdings" panose="05000000000000000000" pitchFamily="2" charset="2"/>
                        <a:buChar char="v"/>
                      </a:pPr>
                      <a:r>
                        <a:rPr lang="fr-FR" sz="750" dirty="0"/>
                        <a:t>Accostage Soliam:  T4 2026 &amp; JUMP + HUB AM T1 2027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975197"/>
                  </a:ext>
                </a:extLst>
              </a:tr>
            </a:tbl>
          </a:graphicData>
        </a:graphic>
      </p:graphicFrame>
      <p:sp>
        <p:nvSpPr>
          <p:cNvPr id="15" name="Hexagone 14">
            <a:extLst>
              <a:ext uri="{FF2B5EF4-FFF2-40B4-BE49-F238E27FC236}">
                <a16:creationId xmlns:a16="http://schemas.microsoft.com/office/drawing/2014/main" id="{EA618A50-506A-E76A-B184-D6163BEB2E0A}"/>
              </a:ext>
            </a:extLst>
          </p:cNvPr>
          <p:cNvSpPr/>
          <p:nvPr/>
        </p:nvSpPr>
        <p:spPr>
          <a:xfrm>
            <a:off x="1372159" y="1640394"/>
            <a:ext cx="792000" cy="510876"/>
          </a:xfrm>
          <a:prstGeom prst="hexagon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fr-FR" sz="1400" dirty="0">
              <a:solidFill>
                <a:schemeClr val="tx1"/>
              </a:solidFill>
              <a:latin typeface="Verdana" panose="020B0604030504040204" pitchFamily="34" charset="0"/>
              <a:ea typeface="MS Mincho" panose="02020609040205080304" pitchFamily="49" charset="-128"/>
            </a:endParaRPr>
          </a:p>
        </p:txBody>
      </p:sp>
      <p:pic>
        <p:nvPicPr>
          <p:cNvPr id="18" name="Graphique 17" descr="Serveur contour">
            <a:extLst>
              <a:ext uri="{FF2B5EF4-FFF2-40B4-BE49-F238E27FC236}">
                <a16:creationId xmlns:a16="http://schemas.microsoft.com/office/drawing/2014/main" id="{C90082BC-0308-3F8A-92FB-7AE2AD36C6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82484" y="1702991"/>
            <a:ext cx="370529" cy="370529"/>
          </a:xfrm>
          <a:prstGeom prst="rect">
            <a:avLst/>
          </a:prstGeom>
        </p:spPr>
      </p:pic>
      <p:grpSp>
        <p:nvGrpSpPr>
          <p:cNvPr id="29" name="Groupe 28">
            <a:extLst>
              <a:ext uri="{FF2B5EF4-FFF2-40B4-BE49-F238E27FC236}">
                <a16:creationId xmlns:a16="http://schemas.microsoft.com/office/drawing/2014/main" id="{3FBE777F-72BD-086A-7F91-BD16C704B441}"/>
              </a:ext>
            </a:extLst>
          </p:cNvPr>
          <p:cNvGrpSpPr/>
          <p:nvPr/>
        </p:nvGrpSpPr>
        <p:grpSpPr>
          <a:xfrm>
            <a:off x="3607200" y="1640119"/>
            <a:ext cx="792000" cy="496896"/>
            <a:chOff x="7308544" y="1825659"/>
            <a:chExt cx="827315" cy="515876"/>
          </a:xfrm>
        </p:grpSpPr>
        <p:sp>
          <p:nvSpPr>
            <p:cNvPr id="19" name="Hexagone 18">
              <a:extLst>
                <a:ext uri="{FF2B5EF4-FFF2-40B4-BE49-F238E27FC236}">
                  <a16:creationId xmlns:a16="http://schemas.microsoft.com/office/drawing/2014/main" id="{45391F28-4130-0B2C-67CC-070A6F6A9D19}"/>
                </a:ext>
              </a:extLst>
            </p:cNvPr>
            <p:cNvSpPr/>
            <p:nvPr/>
          </p:nvSpPr>
          <p:spPr>
            <a:xfrm>
              <a:off x="7308544" y="1825659"/>
              <a:ext cx="827315" cy="515876"/>
            </a:xfrm>
            <a:prstGeom prst="hexagon">
              <a:avLst/>
            </a:prstGeom>
            <a:solidFill>
              <a:srgbClr val="C00000"/>
            </a:solidFill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fr-FR" sz="1400" dirty="0">
                <a:solidFill>
                  <a:schemeClr val="tx1"/>
                </a:solidFill>
                <a:latin typeface="Verdana" panose="020B0604030504040204" pitchFamily="34" charset="0"/>
                <a:ea typeface="MS Mincho" panose="02020609040205080304" pitchFamily="49" charset="-128"/>
              </a:endParaRPr>
            </a:p>
          </p:txBody>
        </p:sp>
        <p:grpSp>
          <p:nvGrpSpPr>
            <p:cNvPr id="28" name="Groupe 27">
              <a:extLst>
                <a:ext uri="{FF2B5EF4-FFF2-40B4-BE49-F238E27FC236}">
                  <a16:creationId xmlns:a16="http://schemas.microsoft.com/office/drawing/2014/main" id="{D9A02CE8-0DAA-6717-364A-B4F181FD6BBA}"/>
                </a:ext>
              </a:extLst>
            </p:cNvPr>
            <p:cNvGrpSpPr/>
            <p:nvPr/>
          </p:nvGrpSpPr>
          <p:grpSpPr>
            <a:xfrm>
              <a:off x="7512493" y="1882854"/>
              <a:ext cx="423875" cy="340691"/>
              <a:chOff x="8061075" y="1476142"/>
              <a:chExt cx="645139" cy="696246"/>
            </a:xfrm>
            <a:solidFill>
              <a:schemeClr val="bg1"/>
            </a:solidFill>
          </p:grpSpPr>
          <p:pic>
            <p:nvPicPr>
              <p:cNvPr id="22" name="Graphique 21" descr="Nuage contour">
                <a:extLst>
                  <a:ext uri="{FF2B5EF4-FFF2-40B4-BE49-F238E27FC236}">
                    <a16:creationId xmlns:a16="http://schemas.microsoft.com/office/drawing/2014/main" id="{E165CF8C-32BC-A2DA-5C92-FE094FAE25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061075" y="1476142"/>
                <a:ext cx="645139" cy="645137"/>
              </a:xfrm>
              <a:prstGeom prst="rect">
                <a:avLst/>
              </a:prstGeom>
            </p:spPr>
          </p:pic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1D290EA-9029-7982-1E51-3D297AEE4D7A}"/>
                  </a:ext>
                </a:extLst>
              </p:cNvPr>
              <p:cNvSpPr/>
              <p:nvPr/>
            </p:nvSpPr>
            <p:spPr>
              <a:xfrm>
                <a:off x="8175601" y="1864841"/>
                <a:ext cx="355600" cy="307547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lang="fr-FR" sz="1400" dirty="0">
                  <a:solidFill>
                    <a:schemeClr val="tx1"/>
                  </a:solidFill>
                  <a:latin typeface="Verdana" panose="020B0604030504040204" pitchFamily="34" charset="0"/>
                  <a:ea typeface="MS Mincho" panose="02020609040205080304" pitchFamily="49" charset="-128"/>
                </a:endParaRPr>
              </a:p>
            </p:txBody>
          </p:sp>
          <p:pic>
            <p:nvPicPr>
              <p:cNvPr id="27" name="Graphique 26" descr="Fermer avec un remplissage uni">
                <a:extLst>
                  <a:ext uri="{FF2B5EF4-FFF2-40B4-BE49-F238E27FC236}">
                    <a16:creationId xmlns:a16="http://schemas.microsoft.com/office/drawing/2014/main" id="{71D06B61-38D0-0DDC-38D3-053F6762AC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202605" y="1795276"/>
                <a:ext cx="305524" cy="305524"/>
              </a:xfrm>
              <a:prstGeom prst="rect">
                <a:avLst/>
              </a:prstGeom>
            </p:spPr>
          </p:pic>
        </p:grpSp>
      </p:grpSp>
      <p:sp>
        <p:nvSpPr>
          <p:cNvPr id="33" name="Hexagone 32">
            <a:extLst>
              <a:ext uri="{FF2B5EF4-FFF2-40B4-BE49-F238E27FC236}">
                <a16:creationId xmlns:a16="http://schemas.microsoft.com/office/drawing/2014/main" id="{4239056F-86DB-9BDE-2CAA-9EDD17CC4B50}"/>
              </a:ext>
            </a:extLst>
          </p:cNvPr>
          <p:cNvSpPr/>
          <p:nvPr/>
        </p:nvSpPr>
        <p:spPr>
          <a:xfrm>
            <a:off x="8070206" y="1623549"/>
            <a:ext cx="705074" cy="510876"/>
          </a:xfrm>
          <a:prstGeom prst="hexagon">
            <a:avLst/>
          </a:prstGeom>
          <a:solidFill>
            <a:srgbClr val="00BBC4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fr-FR" sz="1400" dirty="0">
              <a:solidFill>
                <a:schemeClr val="tx1"/>
              </a:solidFill>
              <a:latin typeface="Verdana" panose="020B0604030504040204" pitchFamily="34" charset="0"/>
              <a:ea typeface="MS Mincho" panose="02020609040205080304" pitchFamily="49" charset="-128"/>
            </a:endParaRPr>
          </a:p>
        </p:txBody>
      </p:sp>
      <p:pic>
        <p:nvPicPr>
          <p:cNvPr id="40" name="Graphique 39" descr="Réseau avec un remplissage uni">
            <a:extLst>
              <a:ext uri="{FF2B5EF4-FFF2-40B4-BE49-F238E27FC236}">
                <a16:creationId xmlns:a16="http://schemas.microsoft.com/office/drawing/2014/main" id="{E36D5E78-B255-6997-61E1-7286128A88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80492" y="1676057"/>
            <a:ext cx="331507" cy="372377"/>
          </a:xfrm>
          <a:prstGeom prst="rect">
            <a:avLst/>
          </a:prstGeom>
        </p:spPr>
      </p:pic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FBB492AB-7E18-ED16-1925-2B2507A9C391}"/>
              </a:ext>
            </a:extLst>
          </p:cNvPr>
          <p:cNvGraphicFramePr>
            <a:graphicFrameLocks noGrp="1"/>
          </p:cNvGraphicFramePr>
          <p:nvPr/>
        </p:nvGraphicFramePr>
        <p:xfrm>
          <a:off x="9526981" y="1887663"/>
          <a:ext cx="1922893" cy="3788182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1922893">
                  <a:extLst>
                    <a:ext uri="{9D8B030D-6E8A-4147-A177-3AD203B41FA5}">
                      <a16:colId xmlns:a16="http://schemas.microsoft.com/office/drawing/2014/main" val="2630075396"/>
                    </a:ext>
                  </a:extLst>
                </a:gridCol>
              </a:tblGrid>
              <a:tr h="566381"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/>
                        <a:t>Refonte site Internet</a:t>
                      </a:r>
                    </a:p>
                  </a:txBody>
                  <a:tcPr marB="72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494703"/>
                  </a:ext>
                </a:extLst>
              </a:tr>
              <a:tr h="2777976">
                <a:tc>
                  <a:txBody>
                    <a:bodyPr/>
                    <a:lstStyle/>
                    <a:p>
                      <a:pPr marL="171450" indent="-171450">
                        <a:buClr>
                          <a:schemeClr val="accent5">
                            <a:lumMod val="75000"/>
                          </a:schemeClr>
                        </a:buClr>
                        <a:buFont typeface="Wingdings" panose="05000000000000000000" pitchFamily="2" charset="2"/>
                        <a:buChar char="q"/>
                      </a:pPr>
                      <a:r>
                        <a:rPr lang="fr-FR" sz="1000" dirty="0"/>
                        <a:t>🟢⬆️ Expression de besoin</a:t>
                      </a:r>
                    </a:p>
                    <a:p>
                      <a:pPr marL="0" indent="0">
                        <a:buClr>
                          <a:schemeClr val="accent5">
                            <a:lumMod val="75000"/>
                          </a:schemeClr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fr-FR" sz="1000" dirty="0"/>
                        <a:t>Etude S2 2026</a:t>
                      </a:r>
                    </a:p>
                    <a:p>
                      <a:pPr marL="0" indent="0">
                        <a:buClr>
                          <a:schemeClr val="accent5">
                            <a:lumMod val="75000"/>
                          </a:schemeClr>
                        </a:buClr>
                        <a:buFont typeface="Wingdings" panose="05000000000000000000" pitchFamily="2" charset="2"/>
                        <a:buNone/>
                      </a:pPr>
                      <a:endParaRPr lang="fr-FR" sz="1000" dirty="0"/>
                    </a:p>
                    <a:p>
                      <a:pPr marL="171450" indent="-171450">
                        <a:buClr>
                          <a:schemeClr val="accent5">
                            <a:lumMod val="75000"/>
                          </a:schemeClr>
                        </a:buClr>
                        <a:buFont typeface="Wingdings" panose="05000000000000000000" pitchFamily="2" charset="2"/>
                        <a:buChar char="q"/>
                      </a:pPr>
                      <a:r>
                        <a:rPr lang="fr-FR" sz="1000" dirty="0"/>
                        <a:t>🟢⬆️ Nouveau Site Internet</a:t>
                      </a:r>
                    </a:p>
                    <a:p>
                      <a:pPr marL="0" indent="0">
                        <a:buClr>
                          <a:schemeClr val="accent5">
                            <a:lumMod val="75000"/>
                          </a:schemeClr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fr-FR" sz="1000" dirty="0"/>
                        <a:t>Réalisation S1 2027</a:t>
                      </a:r>
                    </a:p>
                    <a:p>
                      <a:pPr marL="171450" indent="-171450">
                        <a:buClr>
                          <a:schemeClr val="accent5">
                            <a:lumMod val="75000"/>
                          </a:schemeClr>
                        </a:buClr>
                        <a:buFont typeface="Wingdings" panose="05000000000000000000" pitchFamily="2" charset="2"/>
                        <a:buChar char="q"/>
                      </a:pPr>
                      <a:endParaRPr lang="fr-FR" sz="10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17000">
                          <a:schemeClr val="bg1">
                            <a:lumMod val="95000"/>
                          </a:schemeClr>
                        </a:gs>
                        <a:gs pos="38000">
                          <a:schemeClr val="bg1"/>
                        </a:gs>
                      </a:gsLst>
                      <a:path path="circle">
                        <a:fillToRect l="100000" t="100000"/>
                      </a:path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548673335"/>
                  </a:ext>
                </a:extLst>
              </a:tr>
              <a:tr h="443825">
                <a:tc>
                  <a:txBody>
                    <a:bodyPr/>
                    <a:lstStyle/>
                    <a:p>
                      <a:pPr marL="171450" indent="-171450">
                        <a:buClr>
                          <a:schemeClr val="accent5">
                            <a:lumMod val="75000"/>
                          </a:schemeClr>
                        </a:buClr>
                        <a:buFont typeface="Wingdings" panose="05000000000000000000" pitchFamily="2" charset="2"/>
                        <a:buChar char="v"/>
                      </a:pPr>
                      <a:r>
                        <a:rPr lang="fr-FR" sz="750" dirty="0"/>
                        <a:t>Date d’échéance (à confirmer) : T4 2026/2027?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975197"/>
                  </a:ext>
                </a:extLst>
              </a:tr>
            </a:tbl>
          </a:graphicData>
        </a:graphic>
      </p:graphicFrame>
      <p:sp>
        <p:nvSpPr>
          <p:cNvPr id="14" name="Hexagone 13">
            <a:extLst>
              <a:ext uri="{FF2B5EF4-FFF2-40B4-BE49-F238E27FC236}">
                <a16:creationId xmlns:a16="http://schemas.microsoft.com/office/drawing/2014/main" id="{2A94DD35-AE85-D5A4-1A11-A430493B1C78}"/>
              </a:ext>
            </a:extLst>
          </p:cNvPr>
          <p:cNvSpPr/>
          <p:nvPr/>
        </p:nvSpPr>
        <p:spPr>
          <a:xfrm>
            <a:off x="10146895" y="1625814"/>
            <a:ext cx="705074" cy="510876"/>
          </a:xfrm>
          <a:prstGeom prst="hexagon">
            <a:avLst/>
          </a:prstGeom>
          <a:solidFill>
            <a:srgbClr val="00BBC4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fr-FR" sz="1400" dirty="0">
              <a:solidFill>
                <a:schemeClr val="tx1"/>
              </a:solidFill>
              <a:latin typeface="Verdana" panose="020B0604030504040204" pitchFamily="34" charset="0"/>
              <a:ea typeface="MS Mincho" panose="02020609040205080304" pitchFamily="49" charset="-128"/>
            </a:endParaRPr>
          </a:p>
        </p:txBody>
      </p:sp>
      <p:pic>
        <p:nvPicPr>
          <p:cNvPr id="20" name="Graphique 19" descr="Internet avec un remplissage uni">
            <a:extLst>
              <a:ext uri="{FF2B5EF4-FFF2-40B4-BE49-F238E27FC236}">
                <a16:creationId xmlns:a16="http://schemas.microsoft.com/office/drawing/2014/main" id="{F2A723B7-C6B7-C83C-839B-8D64C595FD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77138" y="1645658"/>
            <a:ext cx="432000" cy="432000"/>
          </a:xfrm>
          <a:prstGeom prst="rect">
            <a:avLst/>
          </a:prstGeom>
        </p:spPr>
      </p:pic>
      <p:graphicFrame>
        <p:nvGraphicFramePr>
          <p:cNvPr id="21" name="Tableau 20">
            <a:extLst>
              <a:ext uri="{FF2B5EF4-FFF2-40B4-BE49-F238E27FC236}">
                <a16:creationId xmlns:a16="http://schemas.microsoft.com/office/drawing/2014/main" id="{1182B49F-B481-48AC-0284-BF0E5C2A0068}"/>
              </a:ext>
            </a:extLst>
          </p:cNvPr>
          <p:cNvGraphicFramePr>
            <a:graphicFrameLocks noGrp="1"/>
          </p:cNvGraphicFramePr>
          <p:nvPr/>
        </p:nvGraphicFramePr>
        <p:xfrm>
          <a:off x="5207816" y="1890347"/>
          <a:ext cx="2139718" cy="3788182"/>
        </p:xfrm>
        <a:graphic>
          <a:graphicData uri="http://schemas.openxmlformats.org/drawingml/2006/table">
            <a:tbl>
              <a:tblPr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2139718">
                  <a:extLst>
                    <a:ext uri="{9D8B030D-6E8A-4147-A177-3AD203B41FA5}">
                      <a16:colId xmlns:a16="http://schemas.microsoft.com/office/drawing/2014/main" val="2630075396"/>
                    </a:ext>
                  </a:extLst>
                </a:gridCol>
              </a:tblGrid>
              <a:tr h="567515">
                <a:tc>
                  <a:txBody>
                    <a:bodyPr/>
                    <a:lstStyle/>
                    <a:p>
                      <a:pPr algn="ctr"/>
                      <a:r>
                        <a:rPr lang="fr-FR" sz="1600" b="1" dirty="0"/>
                        <a:t>Stabilisation </a:t>
                      </a:r>
                    </a:p>
                  </a:txBody>
                  <a:tcPr marB="72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494703"/>
                  </a:ext>
                </a:extLst>
              </a:tr>
              <a:tr h="2788975">
                <a:tc>
                  <a:txBody>
                    <a:bodyPr/>
                    <a:lstStyle/>
                    <a:p>
                      <a:pPr marL="171450" indent="-171450">
                        <a:buClr>
                          <a:srgbClr val="C00000"/>
                        </a:buClr>
                        <a:buFont typeface="Wingdings" panose="05000000000000000000" pitchFamily="2" charset="2"/>
                        <a:buChar char="q"/>
                      </a:pPr>
                      <a:r>
                        <a:rPr lang="fr-FR" sz="1000" dirty="0"/>
                        <a:t>🟠➡️Finaliser des actions autour de BBG PORT: mandats… + dépendance avec le décommissionnement du shadow IT</a:t>
                      </a:r>
                    </a:p>
                    <a:p>
                      <a:pPr marL="171450" indent="-171450">
                        <a:buClr>
                          <a:srgbClr val="C00000"/>
                        </a:buClr>
                        <a:buFont typeface="Wingdings" panose="05000000000000000000" pitchFamily="2" charset="2"/>
                        <a:buChar char="q"/>
                      </a:pPr>
                      <a:r>
                        <a:rPr lang="fr-FR" sz="1000" dirty="0"/>
                        <a:t>🟢⬆️Montée de version mineure de Jump</a:t>
                      </a:r>
                    </a:p>
                    <a:p>
                      <a:pPr marL="171450" indent="-171450">
                        <a:buClr>
                          <a:srgbClr val="C00000"/>
                        </a:buClr>
                        <a:buFont typeface="Wingdings" panose="05000000000000000000" pitchFamily="2" charset="2"/>
                        <a:buChar char="q"/>
                      </a:pPr>
                      <a:endParaRPr lang="fr-FR" sz="1000" dirty="0"/>
                    </a:p>
                    <a:p>
                      <a:pPr marL="0" indent="0">
                        <a:buClr>
                          <a:srgbClr val="C00000"/>
                        </a:buClr>
                        <a:buFont typeface="Wingdings" panose="05000000000000000000" pitchFamily="2" charset="2"/>
                        <a:buNone/>
                      </a:pPr>
                      <a:endParaRPr lang="fr-FR" sz="1000" dirty="0"/>
                    </a:p>
                    <a:p>
                      <a:pPr marL="171450" indent="-171450">
                        <a:buClr>
                          <a:srgbClr val="C00000"/>
                        </a:buClr>
                        <a:buFont typeface="Wingdings" panose="05000000000000000000" pitchFamily="2" charset="2"/>
                        <a:buChar char="q"/>
                      </a:pPr>
                      <a:r>
                        <a:rPr lang="fr-FR" sz="1000" dirty="0"/>
                        <a:t>Pour 2027 : Sécurité : encapsulage dans les normes des usages autour du HUB AM et de l’IA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98000">
                          <a:schemeClr val="accent6">
                            <a:lumMod val="20000"/>
                            <a:lumOff val="80000"/>
                          </a:schemeClr>
                        </a:gs>
                        <a:gs pos="67000">
                          <a:schemeClr val="bg1"/>
                        </a:gs>
                      </a:gsLst>
                      <a:path path="circle">
                        <a:fillToRect l="100000" t="100000"/>
                      </a:path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548673335"/>
                  </a:ext>
                </a:extLst>
              </a:tr>
              <a:tr h="431692">
                <a:tc>
                  <a:txBody>
                    <a:bodyPr/>
                    <a:lstStyle/>
                    <a:p>
                      <a:pPr marL="171450" indent="-171450">
                        <a:buClr>
                          <a:srgbClr val="C00000"/>
                        </a:buClr>
                        <a:buFont typeface="Wingdings" panose="05000000000000000000" pitchFamily="2" charset="2"/>
                        <a:buChar char="v"/>
                      </a:pPr>
                      <a:r>
                        <a:rPr lang="fr-FR" sz="750" b="0" dirty="0"/>
                        <a:t>Date d’échéance lot complém. T3/T4.2026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233791"/>
                  </a:ext>
                </a:extLst>
              </a:tr>
            </a:tbl>
          </a:graphicData>
        </a:graphic>
      </p:graphicFrame>
      <p:sp>
        <p:nvSpPr>
          <p:cNvPr id="23" name="Hexagone 22">
            <a:extLst>
              <a:ext uri="{FF2B5EF4-FFF2-40B4-BE49-F238E27FC236}">
                <a16:creationId xmlns:a16="http://schemas.microsoft.com/office/drawing/2014/main" id="{F43A24C0-938E-52CE-8560-8447434B8CE0}"/>
              </a:ext>
            </a:extLst>
          </p:cNvPr>
          <p:cNvSpPr/>
          <p:nvPr/>
        </p:nvSpPr>
        <p:spPr>
          <a:xfrm>
            <a:off x="5917945" y="1632225"/>
            <a:ext cx="705074" cy="510876"/>
          </a:xfrm>
          <a:prstGeom prst="hexagon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fr-FR" sz="1400" dirty="0">
              <a:solidFill>
                <a:schemeClr val="tx1"/>
              </a:solidFill>
              <a:latin typeface="Verdana" panose="020B0604030504040204" pitchFamily="34" charset="0"/>
              <a:ea typeface="MS Mincho" panose="02020609040205080304" pitchFamily="49" charset="-128"/>
            </a:endParaRPr>
          </a:p>
        </p:txBody>
      </p:sp>
      <p:pic>
        <p:nvPicPr>
          <p:cNvPr id="26" name="Graphique 25" descr="Feux de signalisation contour">
            <a:extLst>
              <a:ext uri="{FF2B5EF4-FFF2-40B4-BE49-F238E27FC236}">
                <a16:creationId xmlns:a16="http://schemas.microsoft.com/office/drawing/2014/main" id="{87248837-B754-1955-B87B-07433212A3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10560" y="1630925"/>
            <a:ext cx="510876" cy="510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164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31822-5BBC-D41B-8399-080D15437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12">
            <a:extLst>
              <a:ext uri="{FF2B5EF4-FFF2-40B4-BE49-F238E27FC236}">
                <a16:creationId xmlns:a16="http://schemas.microsoft.com/office/drawing/2014/main" id="{F194C927-B245-9AA7-4A9E-691BC2183635}"/>
              </a:ext>
            </a:extLst>
          </p:cNvPr>
          <p:cNvSpPr/>
          <p:nvPr/>
        </p:nvSpPr>
        <p:spPr>
          <a:xfrm>
            <a:off x="4267654" y="1549908"/>
            <a:ext cx="352044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E1E4E9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0ADC769-0080-F073-F214-422897BBB0A8}"/>
              </a:ext>
            </a:extLst>
          </p:cNvPr>
          <p:cNvSpPr txBox="1">
            <a:spLocks/>
          </p:cNvSpPr>
          <p:nvPr/>
        </p:nvSpPr>
        <p:spPr>
          <a:xfrm>
            <a:off x="568436" y="670157"/>
            <a:ext cx="6272785" cy="5254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5875" indent="-158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tabLst/>
              <a:defRPr lang="en-GB" sz="2800" b="1" kern="1200" dirty="0" smtClean="0">
                <a:solidFill>
                  <a:srgbClr val="E30613"/>
                </a:solidFill>
                <a:latin typeface="AvenirNext LT Pro Medium" panose="020B05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/>
            <a:r>
              <a:rPr lang="en-US" sz="3600" dirty="0">
                <a:latin typeface="Arial" pitchFamily="34" charset="0"/>
                <a:ea typeface="Arial" pitchFamily="34" charset="-122"/>
                <a:cs typeface="Arial" pitchFamily="34" charset="-120"/>
              </a:rPr>
              <a:t>Roadmap GA — Cap 2027</a:t>
            </a:r>
            <a:endParaRPr lang="en-US" sz="360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3EF834B1-F564-A800-79F2-EED8082D8EDB}"/>
              </a:ext>
            </a:extLst>
          </p:cNvPr>
          <p:cNvSpPr/>
          <p:nvPr/>
        </p:nvSpPr>
        <p:spPr>
          <a:xfrm>
            <a:off x="669778" y="11109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2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D'ACTIFS  ·  ENJEUX 2027</a:t>
            </a:r>
            <a:endParaRPr lang="en-US" sz="120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E3CBA701-C982-8A23-CDB7-F9717D7A275E}"/>
              </a:ext>
            </a:extLst>
          </p:cNvPr>
          <p:cNvSpPr/>
          <p:nvPr/>
        </p:nvSpPr>
        <p:spPr>
          <a:xfrm>
            <a:off x="504614" y="1549908"/>
            <a:ext cx="352044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E1E4E9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1E20B130-2056-10B6-25A3-04AEE5E015E8}"/>
              </a:ext>
            </a:extLst>
          </p:cNvPr>
          <p:cNvSpPr/>
          <p:nvPr/>
        </p:nvSpPr>
        <p:spPr>
          <a:xfrm>
            <a:off x="504614" y="1549908"/>
            <a:ext cx="3532934" cy="82296"/>
          </a:xfrm>
          <a:prstGeom prst="round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F554E665-CDE9-4427-7549-0A4B74326752}"/>
              </a:ext>
            </a:extLst>
          </p:cNvPr>
          <p:cNvSpPr/>
          <p:nvPr/>
        </p:nvSpPr>
        <p:spPr>
          <a:xfrm>
            <a:off x="705782" y="1769364"/>
            <a:ext cx="566928" cy="566928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5F45EB55-EAE3-F551-E844-1C185DC84D63}"/>
              </a:ext>
            </a:extLst>
          </p:cNvPr>
          <p:cNvSpPr/>
          <p:nvPr/>
        </p:nvSpPr>
        <p:spPr>
          <a:xfrm>
            <a:off x="3486934" y="171450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500" b="1" noProof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fr-FR" sz="1500" noProof="0" dirty="0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11C4BC04-B66C-0D8C-139E-F7F35E912C04}"/>
              </a:ext>
            </a:extLst>
          </p:cNvPr>
          <p:cNvSpPr/>
          <p:nvPr/>
        </p:nvSpPr>
        <p:spPr>
          <a:xfrm>
            <a:off x="705782" y="2446020"/>
            <a:ext cx="3282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50" b="1" noProof="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Modernisation et stabilisation applicative</a:t>
            </a:r>
            <a:endParaRPr lang="fr-FR" sz="1350" noProof="0" dirty="0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9FE2DEC7-5CC6-D50C-17D0-595D0CE68560}"/>
              </a:ext>
            </a:extLst>
          </p:cNvPr>
          <p:cNvSpPr/>
          <p:nvPr/>
        </p:nvSpPr>
        <p:spPr>
          <a:xfrm>
            <a:off x="705782" y="2876516"/>
            <a:ext cx="3282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50" noProof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Accostage RVA des outils de gestion</a:t>
            </a:r>
            <a:endParaRPr lang="fr-FR" sz="950" noProof="0" dirty="0"/>
          </a:p>
        </p:txBody>
      </p:sp>
      <p:sp>
        <p:nvSpPr>
          <p:cNvPr id="37" name="Shape 13">
            <a:extLst>
              <a:ext uri="{FF2B5EF4-FFF2-40B4-BE49-F238E27FC236}">
                <a16:creationId xmlns:a16="http://schemas.microsoft.com/office/drawing/2014/main" id="{DCCEDA34-1C9B-FE57-5CFD-19F9C9D01B64}"/>
              </a:ext>
            </a:extLst>
          </p:cNvPr>
          <p:cNvSpPr/>
          <p:nvPr/>
        </p:nvSpPr>
        <p:spPr>
          <a:xfrm>
            <a:off x="4267654" y="1549908"/>
            <a:ext cx="3532934" cy="82296"/>
          </a:xfrm>
          <a:prstGeom prst="roundRect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1" name="Shape 14">
            <a:extLst>
              <a:ext uri="{FF2B5EF4-FFF2-40B4-BE49-F238E27FC236}">
                <a16:creationId xmlns:a16="http://schemas.microsoft.com/office/drawing/2014/main" id="{037DC90C-550C-C1C6-8C82-DD22CFF2AE31}"/>
              </a:ext>
            </a:extLst>
          </p:cNvPr>
          <p:cNvSpPr/>
          <p:nvPr/>
        </p:nvSpPr>
        <p:spPr>
          <a:xfrm>
            <a:off x="4468822" y="1769364"/>
            <a:ext cx="566928" cy="566928"/>
          </a:xfrm>
          <a:prstGeom prst="ellipse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D2B30D95-5A0D-7500-C7E9-14F8B4806C89}"/>
              </a:ext>
            </a:extLst>
          </p:cNvPr>
          <p:cNvSpPr/>
          <p:nvPr/>
        </p:nvSpPr>
        <p:spPr>
          <a:xfrm>
            <a:off x="7249974" y="171450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500" b="1" noProof="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fr-FR" sz="1500" noProof="0" dirty="0"/>
          </a:p>
        </p:txBody>
      </p:sp>
      <p:sp>
        <p:nvSpPr>
          <p:cNvPr id="50" name="Text 16">
            <a:extLst>
              <a:ext uri="{FF2B5EF4-FFF2-40B4-BE49-F238E27FC236}">
                <a16:creationId xmlns:a16="http://schemas.microsoft.com/office/drawing/2014/main" id="{0B5DD26F-8C33-EDB0-8F12-B2685A006BD3}"/>
              </a:ext>
            </a:extLst>
          </p:cNvPr>
          <p:cNvSpPr/>
          <p:nvPr/>
        </p:nvSpPr>
        <p:spPr>
          <a:xfrm>
            <a:off x="4468822" y="2446020"/>
            <a:ext cx="3282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50" b="1" noProof="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Sécurisation et décommissionnement</a:t>
            </a:r>
            <a:endParaRPr lang="fr-FR" sz="1350" noProof="0" dirty="0"/>
          </a:p>
        </p:txBody>
      </p:sp>
      <p:sp>
        <p:nvSpPr>
          <p:cNvPr id="54" name="Text 17">
            <a:extLst>
              <a:ext uri="{FF2B5EF4-FFF2-40B4-BE49-F238E27FC236}">
                <a16:creationId xmlns:a16="http://schemas.microsoft.com/office/drawing/2014/main" id="{45F289E1-BEB8-E18E-5632-37F6786BF089}"/>
              </a:ext>
            </a:extLst>
          </p:cNvPr>
          <p:cNvSpPr/>
          <p:nvPr/>
        </p:nvSpPr>
        <p:spPr>
          <a:xfrm>
            <a:off x="4468822" y="2811780"/>
            <a:ext cx="3282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50" noProof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Sortie du shadow IT AAM, recensement et planification engagés</a:t>
            </a:r>
            <a:endParaRPr lang="fr-FR" sz="950" noProof="0" dirty="0"/>
          </a:p>
        </p:txBody>
      </p:sp>
      <p:sp>
        <p:nvSpPr>
          <p:cNvPr id="56" name="Shape 18">
            <a:extLst>
              <a:ext uri="{FF2B5EF4-FFF2-40B4-BE49-F238E27FC236}">
                <a16:creationId xmlns:a16="http://schemas.microsoft.com/office/drawing/2014/main" id="{E785E8C4-18E5-C8BF-ADBE-ED15CED4C297}"/>
              </a:ext>
            </a:extLst>
          </p:cNvPr>
          <p:cNvSpPr/>
          <p:nvPr/>
        </p:nvSpPr>
        <p:spPr>
          <a:xfrm>
            <a:off x="8014510" y="1549908"/>
            <a:ext cx="352044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E1E4E9"/>
            </a:solidFill>
            <a:prstDash val="solid"/>
          </a:ln>
          <a:effectLst>
            <a:outerShdw blurRad="63500" dist="25400" dir="54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8" name="Shape 19">
            <a:extLst>
              <a:ext uri="{FF2B5EF4-FFF2-40B4-BE49-F238E27FC236}">
                <a16:creationId xmlns:a16="http://schemas.microsoft.com/office/drawing/2014/main" id="{0E5C3C7C-C135-3295-6879-3E4F27F2AF10}"/>
              </a:ext>
            </a:extLst>
          </p:cNvPr>
          <p:cNvSpPr/>
          <p:nvPr/>
        </p:nvSpPr>
        <p:spPr>
          <a:xfrm>
            <a:off x="8014510" y="1549908"/>
            <a:ext cx="3532934" cy="82296"/>
          </a:xfrm>
          <a:prstGeom prst="roundRect">
            <a:avLst/>
          </a:prstGeom>
          <a:solidFill>
            <a:srgbClr val="E8720C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60" name="Shape 20">
            <a:extLst>
              <a:ext uri="{FF2B5EF4-FFF2-40B4-BE49-F238E27FC236}">
                <a16:creationId xmlns:a16="http://schemas.microsoft.com/office/drawing/2014/main" id="{B4967CBB-5B68-C6B5-1204-718CA477D135}"/>
              </a:ext>
            </a:extLst>
          </p:cNvPr>
          <p:cNvSpPr/>
          <p:nvPr/>
        </p:nvSpPr>
        <p:spPr>
          <a:xfrm>
            <a:off x="8215678" y="1769364"/>
            <a:ext cx="566928" cy="566928"/>
          </a:xfrm>
          <a:prstGeom prst="ellipse">
            <a:avLst/>
          </a:prstGeom>
          <a:solidFill>
            <a:srgbClr val="E8720C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64" name="Text 21">
            <a:extLst>
              <a:ext uri="{FF2B5EF4-FFF2-40B4-BE49-F238E27FC236}">
                <a16:creationId xmlns:a16="http://schemas.microsoft.com/office/drawing/2014/main" id="{C79A3FEE-C3F8-CA0F-612A-551A2B5E6377}"/>
              </a:ext>
            </a:extLst>
          </p:cNvPr>
          <p:cNvSpPr/>
          <p:nvPr/>
        </p:nvSpPr>
        <p:spPr>
          <a:xfrm>
            <a:off x="10996830" y="1714500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500" b="1" noProof="0" dirty="0">
                <a:solidFill>
                  <a:srgbClr val="E872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fr-FR" sz="1500" noProof="0" dirty="0"/>
          </a:p>
        </p:txBody>
      </p:sp>
      <p:sp>
        <p:nvSpPr>
          <p:cNvPr id="66" name="Text 22">
            <a:extLst>
              <a:ext uri="{FF2B5EF4-FFF2-40B4-BE49-F238E27FC236}">
                <a16:creationId xmlns:a16="http://schemas.microsoft.com/office/drawing/2014/main" id="{EC74A813-19E0-FDE4-B0C6-1020D44E45DD}"/>
              </a:ext>
            </a:extLst>
          </p:cNvPr>
          <p:cNvSpPr/>
          <p:nvPr/>
        </p:nvSpPr>
        <p:spPr>
          <a:xfrm>
            <a:off x="8215678" y="2446020"/>
            <a:ext cx="3282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350" b="1" noProof="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Industrialisation de la donnée</a:t>
            </a:r>
            <a:endParaRPr lang="fr-FR" sz="1350" noProof="0" dirty="0"/>
          </a:p>
        </p:txBody>
      </p:sp>
      <p:sp>
        <p:nvSpPr>
          <p:cNvPr id="68" name="Text 23">
            <a:extLst>
              <a:ext uri="{FF2B5EF4-FFF2-40B4-BE49-F238E27FC236}">
                <a16:creationId xmlns:a16="http://schemas.microsoft.com/office/drawing/2014/main" id="{A74FAF5F-C035-22E2-18C0-4B4CF7DC0295}"/>
              </a:ext>
            </a:extLst>
          </p:cNvPr>
          <p:cNvSpPr/>
          <p:nvPr/>
        </p:nvSpPr>
        <p:spPr>
          <a:xfrm>
            <a:off x="8215678" y="2811780"/>
            <a:ext cx="32826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950" noProof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Généralisation de HUB AM et du </a:t>
            </a:r>
            <a:r>
              <a:rPr lang="fr-FR" sz="950" noProof="0" dirty="0" err="1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</a:t>
            </a:r>
            <a:r>
              <a:rPr lang="fr-FR" sz="950" noProof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conduite du changement</a:t>
            </a:r>
            <a:endParaRPr lang="fr-FR" sz="950" noProof="0" dirty="0"/>
          </a:p>
        </p:txBody>
      </p:sp>
      <p:sp>
        <p:nvSpPr>
          <p:cNvPr id="70" name="Text 24">
            <a:extLst>
              <a:ext uri="{FF2B5EF4-FFF2-40B4-BE49-F238E27FC236}">
                <a16:creationId xmlns:a16="http://schemas.microsoft.com/office/drawing/2014/main" id="{8F722168-1C93-2F2B-BE95-841C86847C5F}"/>
              </a:ext>
            </a:extLst>
          </p:cNvPr>
          <p:cNvSpPr/>
          <p:nvPr/>
        </p:nvSpPr>
        <p:spPr>
          <a:xfrm>
            <a:off x="4066486" y="2249424"/>
            <a:ext cx="146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600" b="1" noProof="0" dirty="0">
                <a:solidFill>
                  <a:srgbClr val="E1E4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fr-FR" sz="1600" noProof="0" dirty="0"/>
          </a:p>
        </p:txBody>
      </p:sp>
      <p:sp>
        <p:nvSpPr>
          <p:cNvPr id="72" name="Text 25">
            <a:extLst>
              <a:ext uri="{FF2B5EF4-FFF2-40B4-BE49-F238E27FC236}">
                <a16:creationId xmlns:a16="http://schemas.microsoft.com/office/drawing/2014/main" id="{1175250F-86E2-AAAF-9533-AEE2E20001EA}"/>
              </a:ext>
            </a:extLst>
          </p:cNvPr>
          <p:cNvSpPr/>
          <p:nvPr/>
        </p:nvSpPr>
        <p:spPr>
          <a:xfrm>
            <a:off x="7813342" y="2249424"/>
            <a:ext cx="146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600" b="1" noProof="0" dirty="0">
                <a:solidFill>
                  <a:srgbClr val="E1E4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fr-FR" sz="1600" noProof="0" dirty="0"/>
          </a:p>
        </p:txBody>
      </p:sp>
      <p:sp>
        <p:nvSpPr>
          <p:cNvPr id="74" name="Shape 26">
            <a:extLst>
              <a:ext uri="{FF2B5EF4-FFF2-40B4-BE49-F238E27FC236}">
                <a16:creationId xmlns:a16="http://schemas.microsoft.com/office/drawing/2014/main" id="{192A1C61-8D06-B011-188C-56036D113278}"/>
              </a:ext>
            </a:extLst>
          </p:cNvPr>
          <p:cNvSpPr/>
          <p:nvPr/>
        </p:nvSpPr>
        <p:spPr>
          <a:xfrm>
            <a:off x="723098" y="3497580"/>
            <a:ext cx="5099230" cy="2606040"/>
          </a:xfrm>
          <a:prstGeom prst="roundRect">
            <a:avLst>
              <a:gd name="adj" fmla="val 2456"/>
            </a:avLst>
          </a:prstGeom>
          <a:solidFill>
            <a:srgbClr val="EEF2FA"/>
          </a:solidFill>
          <a:ln w="15875">
            <a:solidFill>
              <a:srgbClr val="00206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0" name="Text 28">
            <a:extLst>
              <a:ext uri="{FF2B5EF4-FFF2-40B4-BE49-F238E27FC236}">
                <a16:creationId xmlns:a16="http://schemas.microsoft.com/office/drawing/2014/main" id="{D3EF539F-C8B1-E1C8-A3A9-891F9A32E437}"/>
              </a:ext>
            </a:extLst>
          </p:cNvPr>
          <p:cNvSpPr/>
          <p:nvPr/>
        </p:nvSpPr>
        <p:spPr>
          <a:xfrm>
            <a:off x="1399754" y="3680460"/>
            <a:ext cx="4709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50" b="1" noProof="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PREMIERS CHANTIERS IDENTIFIÉS</a:t>
            </a:r>
            <a:endParaRPr lang="fr-FR" sz="1250" noProof="0" dirty="0"/>
          </a:p>
        </p:txBody>
      </p:sp>
      <p:sp>
        <p:nvSpPr>
          <p:cNvPr id="82" name="Shape 29">
            <a:extLst>
              <a:ext uri="{FF2B5EF4-FFF2-40B4-BE49-F238E27FC236}">
                <a16:creationId xmlns:a16="http://schemas.microsoft.com/office/drawing/2014/main" id="{2685B1AC-212B-5DA3-0647-5AD995D462DC}"/>
              </a:ext>
            </a:extLst>
          </p:cNvPr>
          <p:cNvSpPr/>
          <p:nvPr/>
        </p:nvSpPr>
        <p:spPr>
          <a:xfrm>
            <a:off x="979130" y="4229424"/>
            <a:ext cx="100584" cy="100584"/>
          </a:xfrm>
          <a:prstGeom prst="ellipse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4" name="Text 30">
            <a:extLst>
              <a:ext uri="{FF2B5EF4-FFF2-40B4-BE49-F238E27FC236}">
                <a16:creationId xmlns:a16="http://schemas.microsoft.com/office/drawing/2014/main" id="{086380EB-E457-CB96-381E-648B25B9E1E3}"/>
              </a:ext>
            </a:extLst>
          </p:cNvPr>
          <p:cNvSpPr/>
          <p:nvPr/>
        </p:nvSpPr>
        <p:spPr>
          <a:xfrm>
            <a:off x="1198586" y="4192524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Accostage RVA — Jump, HUB AM, SOLIAM (RAF)</a:t>
            </a:r>
            <a:endParaRPr lang="fr-FR" sz="1050" noProof="0" dirty="0"/>
          </a:p>
        </p:txBody>
      </p:sp>
      <p:sp>
        <p:nvSpPr>
          <p:cNvPr id="86" name="Shape 31">
            <a:extLst>
              <a:ext uri="{FF2B5EF4-FFF2-40B4-BE49-F238E27FC236}">
                <a16:creationId xmlns:a16="http://schemas.microsoft.com/office/drawing/2014/main" id="{455E1F67-7334-08B3-5F13-C717DA97B82A}"/>
              </a:ext>
            </a:extLst>
          </p:cNvPr>
          <p:cNvSpPr/>
          <p:nvPr/>
        </p:nvSpPr>
        <p:spPr>
          <a:xfrm>
            <a:off x="979130" y="4631760"/>
            <a:ext cx="100584" cy="100584"/>
          </a:xfrm>
          <a:prstGeom prst="ellipse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8" name="Text 32">
            <a:extLst>
              <a:ext uri="{FF2B5EF4-FFF2-40B4-BE49-F238E27FC236}">
                <a16:creationId xmlns:a16="http://schemas.microsoft.com/office/drawing/2014/main" id="{649C2A58-5DA6-FF40-4EB3-35D95CF77D71}"/>
              </a:ext>
            </a:extLst>
          </p:cNvPr>
          <p:cNvSpPr/>
          <p:nvPr/>
        </p:nvSpPr>
        <p:spPr>
          <a:xfrm>
            <a:off x="1198586" y="45948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Finalisation HUB AM et outil no-code (SAP BO)</a:t>
            </a:r>
            <a:endParaRPr lang="fr-FR" sz="1050" noProof="0" dirty="0"/>
          </a:p>
        </p:txBody>
      </p:sp>
      <p:sp>
        <p:nvSpPr>
          <p:cNvPr id="90" name="Shape 33">
            <a:extLst>
              <a:ext uri="{FF2B5EF4-FFF2-40B4-BE49-F238E27FC236}">
                <a16:creationId xmlns:a16="http://schemas.microsoft.com/office/drawing/2014/main" id="{47234BA2-BCB0-EA2D-5BF6-AB28418DEF20}"/>
              </a:ext>
            </a:extLst>
          </p:cNvPr>
          <p:cNvSpPr/>
          <p:nvPr/>
        </p:nvSpPr>
        <p:spPr>
          <a:xfrm>
            <a:off x="979130" y="5034096"/>
            <a:ext cx="100584" cy="100584"/>
          </a:xfrm>
          <a:prstGeom prst="ellipse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92" name="Text 34">
            <a:extLst>
              <a:ext uri="{FF2B5EF4-FFF2-40B4-BE49-F238E27FC236}">
                <a16:creationId xmlns:a16="http://schemas.microsoft.com/office/drawing/2014/main" id="{42237474-9AA5-E5DD-A644-7672F8751221}"/>
              </a:ext>
            </a:extLst>
          </p:cNvPr>
          <p:cNvSpPr/>
          <p:nvPr/>
        </p:nvSpPr>
        <p:spPr>
          <a:xfrm>
            <a:off x="1198586" y="499719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Refonte du site internet AAM</a:t>
            </a:r>
            <a:endParaRPr lang="fr-FR" sz="1050" noProof="0" dirty="0"/>
          </a:p>
        </p:txBody>
      </p:sp>
      <p:sp>
        <p:nvSpPr>
          <p:cNvPr id="94" name="Shape 35">
            <a:extLst>
              <a:ext uri="{FF2B5EF4-FFF2-40B4-BE49-F238E27FC236}">
                <a16:creationId xmlns:a16="http://schemas.microsoft.com/office/drawing/2014/main" id="{2627F85C-5EC4-748C-18EA-7DC3E36CD092}"/>
              </a:ext>
            </a:extLst>
          </p:cNvPr>
          <p:cNvSpPr/>
          <p:nvPr/>
        </p:nvSpPr>
        <p:spPr>
          <a:xfrm>
            <a:off x="979130" y="5436432"/>
            <a:ext cx="100584" cy="100584"/>
          </a:xfrm>
          <a:prstGeom prst="ellipse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96" name="Text 36">
            <a:extLst>
              <a:ext uri="{FF2B5EF4-FFF2-40B4-BE49-F238E27FC236}">
                <a16:creationId xmlns:a16="http://schemas.microsoft.com/office/drawing/2014/main" id="{1431AF26-FF46-F9B2-B716-A74A608FEAF3}"/>
              </a:ext>
            </a:extLst>
          </p:cNvPr>
          <p:cNvSpPr/>
          <p:nvPr/>
        </p:nvSpPr>
        <p:spPr>
          <a:xfrm>
            <a:off x="1198586" y="53995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et usages</a:t>
            </a:r>
            <a:endParaRPr lang="fr-FR" sz="1050" noProof="0" dirty="0"/>
          </a:p>
        </p:txBody>
      </p:sp>
      <p:sp>
        <p:nvSpPr>
          <p:cNvPr id="98" name="Shape 37">
            <a:extLst>
              <a:ext uri="{FF2B5EF4-FFF2-40B4-BE49-F238E27FC236}">
                <a16:creationId xmlns:a16="http://schemas.microsoft.com/office/drawing/2014/main" id="{126E2F53-2DBC-A2CA-A4E3-C11BC0710C5C}"/>
              </a:ext>
            </a:extLst>
          </p:cNvPr>
          <p:cNvSpPr/>
          <p:nvPr/>
        </p:nvSpPr>
        <p:spPr>
          <a:xfrm>
            <a:off x="979130" y="5838768"/>
            <a:ext cx="100584" cy="100584"/>
          </a:xfrm>
          <a:prstGeom prst="ellipse">
            <a:avLst/>
          </a:prstGeom>
          <a:solidFill>
            <a:srgbClr val="00206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00" name="Text 38">
            <a:extLst>
              <a:ext uri="{FF2B5EF4-FFF2-40B4-BE49-F238E27FC236}">
                <a16:creationId xmlns:a16="http://schemas.microsoft.com/office/drawing/2014/main" id="{9ECF7B3D-B21C-2857-2B24-7C8BA3061956}"/>
              </a:ext>
            </a:extLst>
          </p:cNvPr>
          <p:cNvSpPr/>
          <p:nvPr/>
        </p:nvSpPr>
        <p:spPr>
          <a:xfrm>
            <a:off x="1198586" y="580186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Arrêt des plateformes de développement Legacy Java 8 FW Apicil</a:t>
            </a:r>
            <a:endParaRPr lang="fr-FR" sz="1050" noProof="0" dirty="0"/>
          </a:p>
        </p:txBody>
      </p:sp>
      <p:sp>
        <p:nvSpPr>
          <p:cNvPr id="102" name="Shape 39">
            <a:extLst>
              <a:ext uri="{FF2B5EF4-FFF2-40B4-BE49-F238E27FC236}">
                <a16:creationId xmlns:a16="http://schemas.microsoft.com/office/drawing/2014/main" id="{D686D68D-2582-4EC7-4CF2-4859184D337D}"/>
              </a:ext>
            </a:extLst>
          </p:cNvPr>
          <p:cNvSpPr/>
          <p:nvPr/>
        </p:nvSpPr>
        <p:spPr>
          <a:xfrm>
            <a:off x="6262098" y="3497580"/>
            <a:ext cx="5099230" cy="2606040"/>
          </a:xfrm>
          <a:prstGeom prst="roundRect">
            <a:avLst>
              <a:gd name="adj" fmla="val 2456"/>
            </a:avLst>
          </a:prstGeom>
          <a:solidFill>
            <a:srgbClr val="FEF3E7"/>
          </a:solidFill>
          <a:ln w="15875">
            <a:solidFill>
              <a:srgbClr val="E8720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4" name="Shape 40">
            <a:extLst>
              <a:ext uri="{FF2B5EF4-FFF2-40B4-BE49-F238E27FC236}">
                <a16:creationId xmlns:a16="http://schemas.microsoft.com/office/drawing/2014/main" id="{CAC43BBA-7EAC-D349-EF85-7DB38D3EE852}"/>
              </a:ext>
            </a:extLst>
          </p:cNvPr>
          <p:cNvSpPr/>
          <p:nvPr/>
        </p:nvSpPr>
        <p:spPr>
          <a:xfrm>
            <a:off x="6463266" y="3698748"/>
            <a:ext cx="365760" cy="365760"/>
          </a:xfrm>
          <a:prstGeom prst="ellipse">
            <a:avLst/>
          </a:prstGeom>
          <a:solidFill>
            <a:srgbClr val="E8720C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06" name="Image 4" descr="/home/claude/roadmap2027/icons/alert_white.png">
            <a:extLst>
              <a:ext uri="{FF2B5EF4-FFF2-40B4-BE49-F238E27FC236}">
                <a16:creationId xmlns:a16="http://schemas.microsoft.com/office/drawing/2014/main" id="{FB3DDFBD-C671-F7BB-63FB-80546E9E18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8907" y="3730113"/>
            <a:ext cx="270662" cy="270662"/>
          </a:xfrm>
          <a:prstGeom prst="rect">
            <a:avLst/>
          </a:prstGeom>
        </p:spPr>
      </p:pic>
      <p:sp>
        <p:nvSpPr>
          <p:cNvPr id="108" name="Text 41">
            <a:extLst>
              <a:ext uri="{FF2B5EF4-FFF2-40B4-BE49-F238E27FC236}">
                <a16:creationId xmlns:a16="http://schemas.microsoft.com/office/drawing/2014/main" id="{E5D59F0E-EA01-632B-C5B9-5D6329040EEC}"/>
              </a:ext>
            </a:extLst>
          </p:cNvPr>
          <p:cNvSpPr/>
          <p:nvPr/>
        </p:nvSpPr>
        <p:spPr>
          <a:xfrm>
            <a:off x="6882110" y="3680460"/>
            <a:ext cx="4709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72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VIGILANCE &amp; ARBITRAGES ATTENDUS</a:t>
            </a:r>
            <a:endParaRPr lang="en-US" sz="1250" dirty="0"/>
          </a:p>
        </p:txBody>
      </p:sp>
      <p:sp>
        <p:nvSpPr>
          <p:cNvPr id="110" name="Shape 42">
            <a:extLst>
              <a:ext uri="{FF2B5EF4-FFF2-40B4-BE49-F238E27FC236}">
                <a16:creationId xmlns:a16="http://schemas.microsoft.com/office/drawing/2014/main" id="{301945AE-E97A-4407-DDBA-160616F54DCF}"/>
              </a:ext>
            </a:extLst>
          </p:cNvPr>
          <p:cNvSpPr/>
          <p:nvPr/>
        </p:nvSpPr>
        <p:spPr>
          <a:xfrm>
            <a:off x="6396750" y="4237516"/>
            <a:ext cx="100584" cy="100584"/>
          </a:xfrm>
          <a:prstGeom prst="ellipse">
            <a:avLst/>
          </a:prstGeom>
          <a:solidFill>
            <a:srgbClr val="E8720C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12" name="Text 43">
            <a:extLst>
              <a:ext uri="{FF2B5EF4-FFF2-40B4-BE49-F238E27FC236}">
                <a16:creationId xmlns:a16="http://schemas.microsoft.com/office/drawing/2014/main" id="{BC7E1C2C-E3B6-951D-2710-DC745C18A943}"/>
              </a:ext>
            </a:extLst>
          </p:cNvPr>
          <p:cNvSpPr/>
          <p:nvPr/>
        </p:nvSpPr>
        <p:spPr>
          <a:xfrm>
            <a:off x="6616206" y="4192524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Disponibilité des ressources critiques</a:t>
            </a:r>
            <a:endParaRPr lang="fr-FR" sz="1050" noProof="0" dirty="0"/>
          </a:p>
        </p:txBody>
      </p:sp>
      <p:sp>
        <p:nvSpPr>
          <p:cNvPr id="114" name="Shape 44">
            <a:extLst>
              <a:ext uri="{FF2B5EF4-FFF2-40B4-BE49-F238E27FC236}">
                <a16:creationId xmlns:a16="http://schemas.microsoft.com/office/drawing/2014/main" id="{E5BFCFFF-ACF2-49B6-A567-1EE36B0C6A71}"/>
              </a:ext>
            </a:extLst>
          </p:cNvPr>
          <p:cNvSpPr/>
          <p:nvPr/>
        </p:nvSpPr>
        <p:spPr>
          <a:xfrm>
            <a:off x="6396750" y="4639852"/>
            <a:ext cx="100584" cy="100584"/>
          </a:xfrm>
          <a:prstGeom prst="ellipse">
            <a:avLst/>
          </a:prstGeom>
          <a:solidFill>
            <a:srgbClr val="E8720C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16" name="Text 45">
            <a:extLst>
              <a:ext uri="{FF2B5EF4-FFF2-40B4-BE49-F238E27FC236}">
                <a16:creationId xmlns:a16="http://schemas.microsoft.com/office/drawing/2014/main" id="{BF8CAD7A-B9E7-CDC5-E078-73D7B2F74C82}"/>
              </a:ext>
            </a:extLst>
          </p:cNvPr>
          <p:cNvSpPr/>
          <p:nvPr/>
        </p:nvSpPr>
        <p:spPr>
          <a:xfrm>
            <a:off x="6616206" y="45948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050" noProof="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Montée en charge et adoption de HUB AM</a:t>
            </a:r>
            <a:endParaRPr lang="fr-FR" sz="1050" noProof="0" dirty="0"/>
          </a:p>
        </p:txBody>
      </p:sp>
      <p:pic>
        <p:nvPicPr>
          <p:cNvPr id="118" name="Graphique 117" descr="Flèche en cercle avec un remplissage uni">
            <a:extLst>
              <a:ext uri="{FF2B5EF4-FFF2-40B4-BE49-F238E27FC236}">
                <a16:creationId xmlns:a16="http://schemas.microsoft.com/office/drawing/2014/main" id="{4353BE92-9D69-E246-F1D6-BAB2306423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794" y="1767664"/>
            <a:ext cx="576000" cy="576000"/>
          </a:xfrm>
          <a:prstGeom prst="rect">
            <a:avLst/>
          </a:prstGeom>
        </p:spPr>
      </p:pic>
      <p:pic>
        <p:nvPicPr>
          <p:cNvPr id="120" name="Graphique 119" descr="Bouclier coche contour">
            <a:extLst>
              <a:ext uri="{FF2B5EF4-FFF2-40B4-BE49-F238E27FC236}">
                <a16:creationId xmlns:a16="http://schemas.microsoft.com/office/drawing/2014/main" id="{598BD35E-FA6F-8C6C-6524-F9DE762FAC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77076" y="1792264"/>
            <a:ext cx="540000" cy="540000"/>
          </a:xfrm>
          <a:prstGeom prst="rect">
            <a:avLst/>
          </a:prstGeom>
        </p:spPr>
      </p:pic>
      <p:pic>
        <p:nvPicPr>
          <p:cNvPr id="122" name="Graphique 121" descr="Base de données contour">
            <a:extLst>
              <a:ext uri="{FF2B5EF4-FFF2-40B4-BE49-F238E27FC236}">
                <a16:creationId xmlns:a16="http://schemas.microsoft.com/office/drawing/2014/main" id="{1DE89CFF-FF32-9430-C591-3F313FFA62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36150" y="1797928"/>
            <a:ext cx="504000" cy="504000"/>
          </a:xfrm>
          <a:prstGeom prst="rect">
            <a:avLst/>
          </a:prstGeom>
        </p:spPr>
      </p:pic>
      <p:pic>
        <p:nvPicPr>
          <p:cNvPr id="124" name="Graphique 123" descr="Badge Tick1 avec un remplissage uni">
            <a:extLst>
              <a:ext uri="{FF2B5EF4-FFF2-40B4-BE49-F238E27FC236}">
                <a16:creationId xmlns:a16="http://schemas.microsoft.com/office/drawing/2014/main" id="{82630346-365A-CF3E-C9A7-4D9423C5CD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284" y="3670303"/>
            <a:ext cx="396000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4342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Apicil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30613"/>
      </a:accent1>
      <a:accent2>
        <a:srgbClr val="2C5CA7"/>
      </a:accent2>
      <a:accent3>
        <a:srgbClr val="40B396"/>
      </a:accent3>
      <a:accent4>
        <a:srgbClr val="F7A711"/>
      </a:accent4>
      <a:accent5>
        <a:srgbClr val="6E4695"/>
      </a:accent5>
      <a:accent6>
        <a:srgbClr val="008C93"/>
      </a:accent6>
      <a:hlink>
        <a:srgbClr val="0563C1"/>
      </a:hlink>
      <a:folHlink>
        <a:srgbClr val="954F72"/>
      </a:folHlink>
    </a:clrScheme>
    <a:fontScheme name="Verdana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Personnalisé 2">
      <a:dk1>
        <a:srgbClr val="000000"/>
      </a:dk1>
      <a:lt1>
        <a:srgbClr val="FFFFFF"/>
      </a:lt1>
      <a:dk2>
        <a:srgbClr val="E10511"/>
      </a:dk2>
      <a:lt2>
        <a:srgbClr val="00A082"/>
      </a:lt2>
      <a:accent1>
        <a:srgbClr val="57B148"/>
      </a:accent1>
      <a:accent2>
        <a:srgbClr val="0EB3BB"/>
      </a:accent2>
      <a:accent3>
        <a:srgbClr val="00426D"/>
      </a:accent3>
      <a:accent4>
        <a:srgbClr val="EF7B00"/>
      </a:accent4>
      <a:accent5>
        <a:srgbClr val="401F70"/>
      </a:accent5>
      <a:accent6>
        <a:srgbClr val="CF2F89"/>
      </a:accent6>
      <a:hlink>
        <a:srgbClr val="401F70"/>
      </a:hlink>
      <a:folHlink>
        <a:srgbClr val="D02F89"/>
      </a:folHlink>
    </a:clrScheme>
    <a:fontScheme name="Consolas-Verdana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8200" b="1" kern="1200" cap="all" baseline="0" dirty="0">
            <a:solidFill>
              <a:schemeClr val="tx2"/>
            </a:solidFill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ésentation3" id="{84CB7AC9-00C8-486B-9CFB-6E401B36CA38}" vid="{26F5FF4D-0C86-435C-9284-7392E484AE58}"/>
    </a:ext>
  </a:extLst>
</a:theme>
</file>

<file path=ppt/theme/theme3.xml><?xml version="1.0" encoding="utf-8"?>
<a:theme xmlns:a="http://schemas.openxmlformats.org/drawingml/2006/main" name="3_Thème Office">
  <a:themeElements>
    <a:clrScheme name="Personnalisé 2">
      <a:dk1>
        <a:srgbClr val="000000"/>
      </a:dk1>
      <a:lt1>
        <a:srgbClr val="FFFFFF"/>
      </a:lt1>
      <a:dk2>
        <a:srgbClr val="E10511"/>
      </a:dk2>
      <a:lt2>
        <a:srgbClr val="00A082"/>
      </a:lt2>
      <a:accent1>
        <a:srgbClr val="57B148"/>
      </a:accent1>
      <a:accent2>
        <a:srgbClr val="0EB3BB"/>
      </a:accent2>
      <a:accent3>
        <a:srgbClr val="00426D"/>
      </a:accent3>
      <a:accent4>
        <a:srgbClr val="EF7B00"/>
      </a:accent4>
      <a:accent5>
        <a:srgbClr val="401F70"/>
      </a:accent5>
      <a:accent6>
        <a:srgbClr val="CF2F89"/>
      </a:accent6>
      <a:hlink>
        <a:srgbClr val="401F70"/>
      </a:hlink>
      <a:folHlink>
        <a:srgbClr val="D02F89"/>
      </a:folHlink>
    </a:clrScheme>
    <a:fontScheme name="Consolas-Verdana">
      <a:majorFont>
        <a:latin typeface="Consolas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8200" b="1" kern="1200" cap="all" baseline="0" dirty="0">
            <a:solidFill>
              <a:schemeClr val="tx2"/>
            </a:solidFill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ésentation1" id="{9E585018-E754-4E1D-89F3-80AB92A9312D}" vid="{45F2A2EC-0B63-4226-9C3A-16A96FB1E853}"/>
    </a:ext>
  </a:extLst>
</a:theme>
</file>

<file path=ppt/theme/theme4.xml><?xml version="1.0" encoding="utf-8"?>
<a:theme xmlns:a="http://schemas.openxmlformats.org/drawingml/2006/main" name="2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>
            <a:lumMod val="20000"/>
            <a:lumOff val="80000"/>
          </a:schemeClr>
        </a:solidFill>
      </a:spPr>
      <a:bodyPr rot="0" spcFirstLastPara="0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400" dirty="0" smtClean="0">
            <a:solidFill>
              <a:schemeClr val="tx1"/>
            </a:solidFill>
            <a:latin typeface="Verdana" panose="020B0604030504040204" pitchFamily="34" charset="0"/>
            <a:ea typeface="MS Mincho" panose="02020609040205080304" pitchFamily="49" charset="-128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84637</TotalTime>
  <Words>2111</Words>
  <Application>Microsoft Office PowerPoint</Application>
  <PresentationFormat>Grand écran</PresentationFormat>
  <Paragraphs>499</Paragraphs>
  <Slides>13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12</vt:i4>
      </vt:variant>
      <vt:variant>
        <vt:lpstr>Thème</vt:lpstr>
      </vt:variant>
      <vt:variant>
        <vt:i4>4</vt:i4>
      </vt:variant>
      <vt:variant>
        <vt:lpstr>Titres des diapositives</vt:lpstr>
      </vt:variant>
      <vt:variant>
        <vt:i4>13</vt:i4>
      </vt:variant>
    </vt:vector>
  </HeadingPairs>
  <TitlesOfParts>
    <vt:vector size="29" baseType="lpstr">
      <vt:lpstr>MS Mincho</vt:lpstr>
      <vt:lpstr>MS PGothic</vt:lpstr>
      <vt:lpstr>Arial</vt:lpstr>
      <vt:lpstr>Arial Black</vt:lpstr>
      <vt:lpstr>AvenirNext LT Pro Medium</vt:lpstr>
      <vt:lpstr>Calibri</vt:lpstr>
      <vt:lpstr>Calibri Light</vt:lpstr>
      <vt:lpstr>Courier New</vt:lpstr>
      <vt:lpstr>Police système</vt:lpstr>
      <vt:lpstr>Segoe UI</vt:lpstr>
      <vt:lpstr>Verdana</vt:lpstr>
      <vt:lpstr>Wingdings</vt:lpstr>
      <vt:lpstr>Tema de Office</vt:lpstr>
      <vt:lpstr>Thème Office</vt:lpstr>
      <vt:lpstr>3_Thème Office</vt:lpstr>
      <vt:lpstr>2_Thème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Véronique WACQUIEZ</dc:creator>
  <cp:lastModifiedBy>Khalil KARMI</cp:lastModifiedBy>
  <cp:revision>1337</cp:revision>
  <cp:lastPrinted>2018-07-31T09:57:49Z</cp:lastPrinted>
  <dcterms:created xsi:type="dcterms:W3CDTF">2019-03-07T11:12:20Z</dcterms:created>
  <dcterms:modified xsi:type="dcterms:W3CDTF">2026-10-06T09:17:33Z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ad14081-fea0-4b0c-973a-21e724e047c5_Enabled">
    <vt:lpwstr>true</vt:lpwstr>
  </property>
  <property fmtid="{D5CDD505-2E9C-101B-9397-08002B2CF9AE}" pid="3" name="MSIP_Label_aad14081-fea0-4b0c-973a-21e724e047c5_SetDate">
    <vt:lpwstr>2025-06-20T15:23:10Z</vt:lpwstr>
  </property>
  <property fmtid="{D5CDD505-2E9C-101B-9397-08002B2CF9AE}" pid="4" name="MSIP_Label_aad14081-fea0-4b0c-973a-21e724e047c5_Method">
    <vt:lpwstr>Standard</vt:lpwstr>
  </property>
  <property fmtid="{D5CDD505-2E9C-101B-9397-08002B2CF9AE}" pid="5" name="MSIP_Label_aad14081-fea0-4b0c-973a-21e724e047c5_Name">
    <vt:lpwstr>Niveau 1</vt:lpwstr>
  </property>
  <property fmtid="{D5CDD505-2E9C-101B-9397-08002B2CF9AE}" pid="6" name="MSIP_Label_aad14081-fea0-4b0c-973a-21e724e047c5_SiteId">
    <vt:lpwstr>bc8d53e5-1b56-4524-8c1c-f46e5ffefd8f</vt:lpwstr>
  </property>
  <property fmtid="{D5CDD505-2E9C-101B-9397-08002B2CF9AE}" pid="7" name="MSIP_Label_aad14081-fea0-4b0c-973a-21e724e047c5_ActionId">
    <vt:lpwstr>cee4a7d2-775a-4e3b-bc5f-e8b56e866602</vt:lpwstr>
  </property>
  <property fmtid="{D5CDD505-2E9C-101B-9397-08002B2CF9AE}" pid="8" name="MSIP_Label_aad14081-fea0-4b0c-973a-21e724e047c5_ContentBits">
    <vt:lpwstr>2</vt:lpwstr>
  </property>
  <property fmtid="{D5CDD505-2E9C-101B-9397-08002B2CF9AE}" pid="9" name="ClassificationContentMarkingFooterLocations">
    <vt:lpwstr>Tema de Office:5\Thème Office:8\2_Thème Office:8\3_Thème Office:5\1_Tema de Office:9\1_Thème Office:8\5_Thème Office:8</vt:lpwstr>
  </property>
  <property fmtid="{D5CDD505-2E9C-101B-9397-08002B2CF9AE}" pid="10" name="ClassificationContentMarkingFooterText">
    <vt:lpwstr>INTERNE</vt:lpwstr>
  </property>
</Properties>
</file>